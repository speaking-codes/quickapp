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53"/>
  </p:notesMasterIdLst>
  <p:handoutMasterIdLst>
    <p:handoutMasterId r:id="rId54"/>
  </p:handoutMasterIdLst>
  <p:sldIdLst>
    <p:sldId id="385" r:id="rId5"/>
    <p:sldId id="386" r:id="rId6"/>
    <p:sldId id="434" r:id="rId7"/>
    <p:sldId id="433" r:id="rId8"/>
    <p:sldId id="435" r:id="rId9"/>
    <p:sldId id="437" r:id="rId10"/>
    <p:sldId id="439" r:id="rId11"/>
    <p:sldId id="436" r:id="rId12"/>
    <p:sldId id="405" r:id="rId13"/>
    <p:sldId id="406" r:id="rId14"/>
    <p:sldId id="449" r:id="rId15"/>
    <p:sldId id="440" r:id="rId16"/>
    <p:sldId id="432" r:id="rId17"/>
    <p:sldId id="422" r:id="rId18"/>
    <p:sldId id="423" r:id="rId19"/>
    <p:sldId id="412" r:id="rId20"/>
    <p:sldId id="397" r:id="rId21"/>
    <p:sldId id="409" r:id="rId22"/>
    <p:sldId id="420" r:id="rId23"/>
    <p:sldId id="421" r:id="rId24"/>
    <p:sldId id="410" r:id="rId25"/>
    <p:sldId id="413" r:id="rId26"/>
    <p:sldId id="442" r:id="rId27"/>
    <p:sldId id="414" r:id="rId28"/>
    <p:sldId id="395" r:id="rId29"/>
    <p:sldId id="415" r:id="rId30"/>
    <p:sldId id="396" r:id="rId31"/>
    <p:sldId id="398" r:id="rId32"/>
    <p:sldId id="402" r:id="rId33"/>
    <p:sldId id="424" r:id="rId34"/>
    <p:sldId id="431" r:id="rId35"/>
    <p:sldId id="401" r:id="rId36"/>
    <p:sldId id="441" r:id="rId37"/>
    <p:sldId id="400" r:id="rId38"/>
    <p:sldId id="418" r:id="rId39"/>
    <p:sldId id="419" r:id="rId40"/>
    <p:sldId id="425" r:id="rId41"/>
    <p:sldId id="445" r:id="rId42"/>
    <p:sldId id="443" r:id="rId43"/>
    <p:sldId id="446" r:id="rId44"/>
    <p:sldId id="426" r:id="rId45"/>
    <p:sldId id="447" r:id="rId46"/>
    <p:sldId id="430" r:id="rId47"/>
    <p:sldId id="404" r:id="rId48"/>
    <p:sldId id="450" r:id="rId49"/>
    <p:sldId id="407" r:id="rId50"/>
    <p:sldId id="448" r:id="rId51"/>
    <p:sldId id="408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A35D9C9B-D6BE-4F3E-9E45-B412E3E26516}">
          <p14:sldIdLst>
            <p14:sldId id="385"/>
            <p14:sldId id="386"/>
            <p14:sldId id="434"/>
            <p14:sldId id="433"/>
            <p14:sldId id="435"/>
            <p14:sldId id="437"/>
            <p14:sldId id="439"/>
            <p14:sldId id="436"/>
            <p14:sldId id="405"/>
            <p14:sldId id="406"/>
            <p14:sldId id="449"/>
            <p14:sldId id="440"/>
            <p14:sldId id="432"/>
            <p14:sldId id="422"/>
            <p14:sldId id="423"/>
            <p14:sldId id="412"/>
            <p14:sldId id="397"/>
            <p14:sldId id="409"/>
            <p14:sldId id="420"/>
            <p14:sldId id="421"/>
            <p14:sldId id="410"/>
            <p14:sldId id="413"/>
            <p14:sldId id="442"/>
            <p14:sldId id="414"/>
            <p14:sldId id="395"/>
            <p14:sldId id="415"/>
            <p14:sldId id="396"/>
            <p14:sldId id="398"/>
            <p14:sldId id="402"/>
            <p14:sldId id="424"/>
            <p14:sldId id="431"/>
            <p14:sldId id="401"/>
          </p14:sldIdLst>
        </p14:section>
        <p14:section name="Sezione senza titolo" id="{7C55B054-012E-4FC2-B087-20ACE3C8E473}">
          <p14:sldIdLst>
            <p14:sldId id="441"/>
            <p14:sldId id="400"/>
            <p14:sldId id="418"/>
            <p14:sldId id="419"/>
            <p14:sldId id="425"/>
            <p14:sldId id="445"/>
            <p14:sldId id="443"/>
            <p14:sldId id="446"/>
            <p14:sldId id="426"/>
            <p14:sldId id="447"/>
            <p14:sldId id="430"/>
            <p14:sldId id="404"/>
            <p14:sldId id="450"/>
            <p14:sldId id="407"/>
            <p14:sldId id="448"/>
            <p14:sldId id="4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3" pos="48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e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472A"/>
    <a:srgbClr val="F5F5F5"/>
    <a:srgbClr val="D24726"/>
    <a:srgbClr val="9FCDB3"/>
    <a:srgbClr val="217346"/>
    <a:srgbClr val="000000"/>
    <a:srgbClr val="D9D9D9"/>
    <a:srgbClr val="F3F2F1"/>
    <a:srgbClr val="FF00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Stile medio 3 - Color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2" autoAdjust="0"/>
    <p:restoredTop sz="94560"/>
  </p:normalViewPr>
  <p:slideViewPr>
    <p:cSldViewPr snapToGrid="0">
      <p:cViewPr varScale="1">
        <p:scale>
          <a:sx n="102" d="100"/>
          <a:sy n="102" d="100"/>
        </p:scale>
        <p:origin x="624" y="114"/>
      </p:cViewPr>
      <p:guideLst>
        <p:guide orient="horz" pos="2880"/>
        <p:guide pos="480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uro.diliddo\source\repos\QuickApp\QuickAppGitHub\QuickApp\Documentazione\Tesi\ReportFinal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Numero Clienti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Foglio1!$A$2:$A$10</c:f>
              <c:strCache>
                <c:ptCount val="9"/>
                <c:pt idx="0">
                  <c:v>R.C.A.</c:v>
                </c:pt>
                <c:pt idx="1">
                  <c:v>INFORTUNI</c:v>
                </c:pt>
                <c:pt idx="2">
                  <c:v>MULTIGARANZIA ABITAZIONE</c:v>
                </c:pt>
                <c:pt idx="3">
                  <c:v>MALATTIA</c:v>
                </c:pt>
                <c:pt idx="4">
                  <c:v>R.C. DIVERSI</c:v>
                </c:pt>
                <c:pt idx="5">
                  <c:v>A.R.D.</c:v>
                </c:pt>
                <c:pt idx="6">
                  <c:v>GLOBALE FABBRICATI</c:v>
                </c:pt>
                <c:pt idx="7">
                  <c:v>INCENDIO/FURTO</c:v>
                </c:pt>
                <c:pt idx="8">
                  <c:v>TUTELA GIUDIZIARIA</c:v>
                </c:pt>
              </c:strCache>
            </c:strRef>
          </c:cat>
          <c:val>
            <c:numRef>
              <c:f>Foglio1!$B$2:$B$10</c:f>
              <c:numCache>
                <c:formatCode>#,##0</c:formatCode>
                <c:ptCount val="9"/>
                <c:pt idx="0">
                  <c:v>573876</c:v>
                </c:pt>
                <c:pt idx="1">
                  <c:v>64266</c:v>
                </c:pt>
                <c:pt idx="2">
                  <c:v>2413</c:v>
                </c:pt>
                <c:pt idx="3" formatCode="General">
                  <c:v>766</c:v>
                </c:pt>
                <c:pt idx="4" formatCode="General">
                  <c:v>78</c:v>
                </c:pt>
                <c:pt idx="5" formatCode="General">
                  <c:v>22</c:v>
                </c:pt>
                <c:pt idx="6" formatCode="General">
                  <c:v>8</c:v>
                </c:pt>
                <c:pt idx="7" formatCode="General">
                  <c:v>4</c:v>
                </c:pt>
                <c:pt idx="8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97-41A1-9F99-A9804F487F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3447920"/>
        <c:axId val="976882128"/>
      </c:barChart>
      <c:catAx>
        <c:axId val="613447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76882128"/>
        <c:crosses val="autoZero"/>
        <c:auto val="1"/>
        <c:lblAlgn val="ctr"/>
        <c:lblOffset val="100"/>
        <c:noMultiLvlLbl val="0"/>
      </c:catAx>
      <c:valAx>
        <c:axId val="976882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13447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Matrix Users-Items – </a:t>
            </a:r>
            <a:r>
              <a:rPr lang="it-IT" i="1" dirty="0" err="1"/>
              <a:t>Final</a:t>
            </a:r>
            <a:r>
              <a:rPr lang="it-IT" i="1" dirty="0"/>
              <a:t> </a:t>
            </a:r>
            <a:r>
              <a:rPr lang="it-IT" i="1" dirty="0" err="1"/>
              <a:t>distribution</a:t>
            </a:r>
            <a:endParaRPr lang="it-I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Customers with cells with a value of 1 per policy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Foglio1!$A$2:$A$10</c:f>
              <c:strCache>
                <c:ptCount val="9"/>
                <c:pt idx="0">
                  <c:v>R.C.A.</c:v>
                </c:pt>
                <c:pt idx="1">
                  <c:v>A.R.D.</c:v>
                </c:pt>
                <c:pt idx="2">
                  <c:v>R.C. DIVERSI</c:v>
                </c:pt>
                <c:pt idx="3">
                  <c:v>MULTIGARANZIA ABITAZIONE</c:v>
                </c:pt>
                <c:pt idx="4">
                  <c:v>GLOBALE FABBRICATI</c:v>
                </c:pt>
                <c:pt idx="5">
                  <c:v>INFORTUNI</c:v>
                </c:pt>
                <c:pt idx="6">
                  <c:v>MALATTIA</c:v>
                </c:pt>
                <c:pt idx="7">
                  <c:v>INCENDIO/FURTO</c:v>
                </c:pt>
                <c:pt idx="8">
                  <c:v>TUTELA GIUDIZIARIA</c:v>
                </c:pt>
              </c:strCache>
            </c:strRef>
          </c:cat>
          <c:val>
            <c:numRef>
              <c:f>Foglio1!$B$2:$B$10</c:f>
              <c:numCache>
                <c:formatCode>General</c:formatCode>
                <c:ptCount val="9"/>
                <c:pt idx="0" formatCode="#,##0">
                  <c:v>541776</c:v>
                </c:pt>
                <c:pt idx="1">
                  <c:v>22</c:v>
                </c:pt>
                <c:pt idx="2">
                  <c:v>78</c:v>
                </c:pt>
                <c:pt idx="3" formatCode="#,##0">
                  <c:v>2394</c:v>
                </c:pt>
                <c:pt idx="4">
                  <c:v>8</c:v>
                </c:pt>
                <c:pt idx="5" formatCode="#,##0">
                  <c:v>63619</c:v>
                </c:pt>
                <c:pt idx="6">
                  <c:v>764</c:v>
                </c:pt>
                <c:pt idx="7">
                  <c:v>4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86-40A8-9606-0410433A8DB5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Customers with cells with calculated value per policy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Foglio1!$A$2:$A$10</c:f>
              <c:strCache>
                <c:ptCount val="9"/>
                <c:pt idx="0">
                  <c:v>R.C.A.</c:v>
                </c:pt>
                <c:pt idx="1">
                  <c:v>A.R.D.</c:v>
                </c:pt>
                <c:pt idx="2">
                  <c:v>R.C. DIVERSI</c:v>
                </c:pt>
                <c:pt idx="3">
                  <c:v>MULTIGARANZIA ABITAZIONE</c:v>
                </c:pt>
                <c:pt idx="4">
                  <c:v>GLOBALE FABBRICATI</c:v>
                </c:pt>
                <c:pt idx="5">
                  <c:v>INFORTUNI</c:v>
                </c:pt>
                <c:pt idx="6">
                  <c:v>MALATTIA</c:v>
                </c:pt>
                <c:pt idx="7">
                  <c:v>INCENDIO/FURTO</c:v>
                </c:pt>
                <c:pt idx="8">
                  <c:v>TUTELA GIUDIZIARIA</c:v>
                </c:pt>
              </c:strCache>
            </c:strRef>
          </c:cat>
          <c:val>
            <c:numRef>
              <c:f>Foglio1!$C$2:$C$10</c:f>
              <c:numCache>
                <c:formatCode>#,##0</c:formatCode>
                <c:ptCount val="9"/>
                <c:pt idx="0">
                  <c:v>66412</c:v>
                </c:pt>
                <c:pt idx="1">
                  <c:v>608166</c:v>
                </c:pt>
                <c:pt idx="2">
                  <c:v>608110</c:v>
                </c:pt>
                <c:pt idx="3">
                  <c:v>605794</c:v>
                </c:pt>
                <c:pt idx="4">
                  <c:v>608180</c:v>
                </c:pt>
                <c:pt idx="5">
                  <c:v>544569</c:v>
                </c:pt>
                <c:pt idx="6">
                  <c:v>607424</c:v>
                </c:pt>
                <c:pt idx="7">
                  <c:v>608184</c:v>
                </c:pt>
                <c:pt idx="8">
                  <c:v>608186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86-40A8-9606-0410433A8D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8688991"/>
        <c:axId val="1628691871"/>
      </c:barChart>
      <c:catAx>
        <c:axId val="1628688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628691871"/>
        <c:crosses val="autoZero"/>
        <c:auto val="1"/>
        <c:lblAlgn val="ctr"/>
        <c:lblOffset val="100"/>
        <c:noMultiLvlLbl val="0"/>
      </c:catAx>
      <c:valAx>
        <c:axId val="1628691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628688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Matrix</a:t>
            </a:r>
            <a:r>
              <a:rPr lang="it-IT" baseline="0" dirty="0"/>
              <a:t> Users-Items </a:t>
            </a:r>
            <a:r>
              <a:rPr lang="it-IT" i="1" baseline="0" dirty="0"/>
              <a:t>– </a:t>
            </a:r>
            <a:r>
              <a:rPr lang="it-IT" i="1" baseline="0" dirty="0" err="1"/>
              <a:t>Initial</a:t>
            </a:r>
            <a:r>
              <a:rPr lang="it-IT" i="1" baseline="0" dirty="0"/>
              <a:t> </a:t>
            </a:r>
            <a:r>
              <a:rPr lang="it-IT" i="1" baseline="0" dirty="0" err="1"/>
              <a:t>distribution</a:t>
            </a:r>
            <a:endParaRPr lang="it-I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Customers with cells with a value of 1 per policy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Foglio1!$A$2:$A$10</c:f>
              <c:strCache>
                <c:ptCount val="9"/>
                <c:pt idx="0">
                  <c:v>R.C.A.</c:v>
                </c:pt>
                <c:pt idx="1">
                  <c:v>A.R.D.</c:v>
                </c:pt>
                <c:pt idx="2">
                  <c:v>R.C. DIVERSI</c:v>
                </c:pt>
                <c:pt idx="3">
                  <c:v>MULTIGARANZIA ABITAZIONE</c:v>
                </c:pt>
                <c:pt idx="4">
                  <c:v>GLOBALE FABBRICATI</c:v>
                </c:pt>
                <c:pt idx="5">
                  <c:v>INFORTUNI</c:v>
                </c:pt>
                <c:pt idx="6">
                  <c:v>MALATTIA</c:v>
                </c:pt>
                <c:pt idx="7">
                  <c:v>INCENDIO/FURTO</c:v>
                </c:pt>
                <c:pt idx="8">
                  <c:v>TUTELA GIUDIZIARIA</c:v>
                </c:pt>
              </c:strCache>
            </c:strRef>
          </c:cat>
          <c:val>
            <c:numRef>
              <c:f>Foglio1!$B$2:$B$10</c:f>
              <c:numCache>
                <c:formatCode>General</c:formatCode>
                <c:ptCount val="9"/>
                <c:pt idx="0" formatCode="#,##0">
                  <c:v>541776</c:v>
                </c:pt>
                <c:pt idx="1">
                  <c:v>22</c:v>
                </c:pt>
                <c:pt idx="2">
                  <c:v>78</c:v>
                </c:pt>
                <c:pt idx="3" formatCode="#,##0">
                  <c:v>2394</c:v>
                </c:pt>
                <c:pt idx="4">
                  <c:v>8</c:v>
                </c:pt>
                <c:pt idx="5" formatCode="#,##0">
                  <c:v>63619</c:v>
                </c:pt>
                <c:pt idx="6">
                  <c:v>764</c:v>
                </c:pt>
                <c:pt idx="7">
                  <c:v>4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CF-4859-9B8C-3358E50446A7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Customers with cells with a value of 0 per policy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Foglio1!$A$2:$A$10</c:f>
              <c:strCache>
                <c:ptCount val="9"/>
                <c:pt idx="0">
                  <c:v>R.C.A.</c:v>
                </c:pt>
                <c:pt idx="1">
                  <c:v>A.R.D.</c:v>
                </c:pt>
                <c:pt idx="2">
                  <c:v>R.C. DIVERSI</c:v>
                </c:pt>
                <c:pt idx="3">
                  <c:v>MULTIGARANZIA ABITAZIONE</c:v>
                </c:pt>
                <c:pt idx="4">
                  <c:v>GLOBALE FABBRICATI</c:v>
                </c:pt>
                <c:pt idx="5">
                  <c:v>INFORTUNI</c:v>
                </c:pt>
                <c:pt idx="6">
                  <c:v>MALATTIA</c:v>
                </c:pt>
                <c:pt idx="7">
                  <c:v>INCENDIO/FURTO</c:v>
                </c:pt>
                <c:pt idx="8">
                  <c:v>TUTELA GIUDIZIARIA</c:v>
                </c:pt>
              </c:strCache>
            </c:strRef>
          </c:cat>
          <c:val>
            <c:numRef>
              <c:f>Foglio1!$C$2:$C$10</c:f>
              <c:numCache>
                <c:formatCode>#,##0</c:formatCode>
                <c:ptCount val="9"/>
                <c:pt idx="0">
                  <c:v>66412</c:v>
                </c:pt>
                <c:pt idx="1">
                  <c:v>608166</c:v>
                </c:pt>
                <c:pt idx="2">
                  <c:v>608110</c:v>
                </c:pt>
                <c:pt idx="3">
                  <c:v>605794</c:v>
                </c:pt>
                <c:pt idx="4">
                  <c:v>608180</c:v>
                </c:pt>
                <c:pt idx="5">
                  <c:v>544569</c:v>
                </c:pt>
                <c:pt idx="6">
                  <c:v>607424</c:v>
                </c:pt>
                <c:pt idx="7">
                  <c:v>608184</c:v>
                </c:pt>
                <c:pt idx="8">
                  <c:v>608186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CF-4859-9B8C-3358E50446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38761375"/>
        <c:axId val="1730691631"/>
      </c:barChart>
      <c:catAx>
        <c:axId val="1438761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730691631"/>
        <c:crosses val="autoZero"/>
        <c:auto val="1"/>
        <c:lblAlgn val="ctr"/>
        <c:lblOffset val="100"/>
        <c:noMultiLvlLbl val="0"/>
      </c:catAx>
      <c:valAx>
        <c:axId val="1730691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38761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Evaluation of the model based on the number of customers</a:t>
            </a:r>
            <a:endParaRPr lang="it-I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'Valutazione del modello in base'!$C$7</c:f>
              <c:strCache>
                <c:ptCount val="1"/>
                <c:pt idx="0">
                  <c:v>Number of Customers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'Valutazione del modello in base'!$C$8:$C$17</c:f>
              <c:numCache>
                <c:formatCode>#,##0</c:formatCode>
                <c:ptCount val="10"/>
                <c:pt idx="0">
                  <c:v>62693</c:v>
                </c:pt>
                <c:pt idx="1">
                  <c:v>125386</c:v>
                </c:pt>
                <c:pt idx="2">
                  <c:v>188079</c:v>
                </c:pt>
                <c:pt idx="3">
                  <c:v>250772</c:v>
                </c:pt>
                <c:pt idx="4">
                  <c:v>313465</c:v>
                </c:pt>
                <c:pt idx="5">
                  <c:v>376158</c:v>
                </c:pt>
                <c:pt idx="6">
                  <c:v>438851</c:v>
                </c:pt>
                <c:pt idx="7">
                  <c:v>501544</c:v>
                </c:pt>
                <c:pt idx="8">
                  <c:v>564237</c:v>
                </c:pt>
                <c:pt idx="9">
                  <c:v>626929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39-4ED6-88A8-AFD1A9540D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axId val="1145478463"/>
        <c:axId val="1145479903"/>
      </c:barChart>
      <c:lineChart>
        <c:grouping val="stacked"/>
        <c:varyColors val="0"/>
        <c:ser>
          <c:idx val="1"/>
          <c:order val="1"/>
          <c:tx>
            <c:strRef>
              <c:f>'Valutazione del modello in base'!$D$7</c:f>
              <c:strCache>
                <c:ptCount val="1"/>
                <c:pt idx="0">
                  <c:v>Model Evaluation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lt1"/>
              </a:solidFill>
              <a:ln w="15875">
                <a:solidFill>
                  <a:schemeClr val="accent2"/>
                </a:solidFill>
                <a:round/>
              </a:ln>
              <a:effectLst/>
            </c:spPr>
          </c:marker>
          <c:val>
            <c:numRef>
              <c:f>'Valutazione del modello in base'!$D$8:$D$17</c:f>
              <c:numCache>
                <c:formatCode>General</c:formatCode>
                <c:ptCount val="10"/>
                <c:pt idx="0">
                  <c:v>0.95509999999999995</c:v>
                </c:pt>
                <c:pt idx="1">
                  <c:v>0.99019999999999997</c:v>
                </c:pt>
                <c:pt idx="2">
                  <c:v>0.99219999999999997</c:v>
                </c:pt>
                <c:pt idx="3">
                  <c:v>0.995</c:v>
                </c:pt>
                <c:pt idx="4">
                  <c:v>0.98080000000000001</c:v>
                </c:pt>
                <c:pt idx="5">
                  <c:v>0.98640000000000005</c:v>
                </c:pt>
                <c:pt idx="6">
                  <c:v>0.96709999999999996</c:v>
                </c:pt>
                <c:pt idx="7">
                  <c:v>0.98429999999999995</c:v>
                </c:pt>
                <c:pt idx="8">
                  <c:v>0.99560000000000004</c:v>
                </c:pt>
                <c:pt idx="9">
                  <c:v>0.97970000000000002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39-4ED6-88A8-AFD1A9540D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56393919"/>
        <c:axId val="1156397759"/>
      </c:lineChart>
      <c:catAx>
        <c:axId val="11454784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45479903"/>
        <c:crosses val="autoZero"/>
        <c:auto val="1"/>
        <c:lblAlgn val="ctr"/>
        <c:lblOffset val="100"/>
        <c:noMultiLvlLbl val="0"/>
      </c:catAx>
      <c:valAx>
        <c:axId val="1145479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;[Red]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45478463"/>
        <c:crosses val="autoZero"/>
        <c:crossBetween val="between"/>
      </c:valAx>
      <c:valAx>
        <c:axId val="1156397759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56393919"/>
        <c:crosses val="max"/>
        <c:crossBetween val="between"/>
      </c:valAx>
      <c:catAx>
        <c:axId val="1156393919"/>
        <c:scaling>
          <c:orientation val="minMax"/>
        </c:scaling>
        <c:delete val="1"/>
        <c:axPos val="b"/>
        <c:majorTickMark val="out"/>
        <c:minorTickMark val="none"/>
        <c:tickLblPos val="nextTo"/>
        <c:crossAx val="1156397759"/>
        <c:crosses val="autoZero"/>
        <c:auto val="1"/>
        <c:lblAlgn val="ctr"/>
        <c:lblOffset val="100"/>
        <c:noMultiLvlLbl val="0"/>
      </c:catAx>
      <c:spPr>
        <a:pattFill prst="ltDnDiag">
          <a:fgClr>
            <a:srgbClr val="000000">
              <a:alpha val="0"/>
            </a:srgbClr>
          </a:fgClr>
          <a:bgClr>
            <a:srgbClr val="FFFFFF"/>
          </a:bgClr>
        </a:pattFill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A4EE31-9AF1-4C4A-A661-DC6C70FA846E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463EF377-2905-4936-B9C8-127408F4F5BE}">
      <dgm:prSet phldrT="[Testo]"/>
      <dgm:spPr/>
      <dgm:t>
        <a:bodyPr/>
        <a:lstStyle/>
        <a:p>
          <a:r>
            <a:rPr lang="en-US" dirty="0"/>
            <a:t>Machine Learning </a:t>
          </a:r>
          <a:r>
            <a:rPr lang="en-US" i="1" dirty="0"/>
            <a:t>(ML)</a:t>
          </a:r>
          <a:r>
            <a:rPr lang="en-US" dirty="0"/>
            <a:t> is the part of Artificial Intelligence </a:t>
          </a:r>
          <a:r>
            <a:rPr lang="en-US" i="1" dirty="0"/>
            <a:t>(AI)</a:t>
          </a:r>
          <a:r>
            <a:rPr lang="en-US" dirty="0"/>
            <a:t> studying.</a:t>
          </a:r>
          <a:endParaRPr lang="it-IT" dirty="0"/>
        </a:p>
      </dgm:t>
    </dgm:pt>
    <dgm:pt modelId="{D9A3DFCD-E2CF-4315-92AA-41A89BF710F9}" type="parTrans" cxnId="{5C75F978-2EDD-45C1-91E8-A2B126389C43}">
      <dgm:prSet/>
      <dgm:spPr/>
      <dgm:t>
        <a:bodyPr/>
        <a:lstStyle/>
        <a:p>
          <a:endParaRPr lang="it-IT"/>
        </a:p>
      </dgm:t>
    </dgm:pt>
    <dgm:pt modelId="{6DDF878E-7CBB-40DD-92F2-F3AB4AAE2B88}" type="sibTrans" cxnId="{5C75F978-2EDD-45C1-91E8-A2B126389C43}">
      <dgm:prSet/>
      <dgm:spPr/>
      <dgm:t>
        <a:bodyPr/>
        <a:lstStyle/>
        <a:p>
          <a:endParaRPr lang="it-IT"/>
        </a:p>
      </dgm:t>
    </dgm:pt>
    <dgm:pt modelId="{0D582442-0B32-4077-9F49-B58B7027704C}">
      <dgm:prSet/>
      <dgm:spPr/>
      <dgm:t>
        <a:bodyPr/>
        <a:lstStyle/>
        <a:p>
          <a:r>
            <a:rPr lang="en-US" dirty="0"/>
            <a:t>How computer agents can improve their perception, knowledge, thinking, or actions based on experience or data. </a:t>
          </a:r>
          <a:endParaRPr lang="it-IT" dirty="0"/>
        </a:p>
      </dgm:t>
    </dgm:pt>
    <dgm:pt modelId="{C19AA7AA-164F-4B9D-9CA7-2AA9CAF020D5}" type="parTrans" cxnId="{6B94DE57-8C39-4C31-8454-70DBDB05784A}">
      <dgm:prSet/>
      <dgm:spPr/>
      <dgm:t>
        <a:bodyPr/>
        <a:lstStyle/>
        <a:p>
          <a:endParaRPr lang="it-IT"/>
        </a:p>
      </dgm:t>
    </dgm:pt>
    <dgm:pt modelId="{863B2153-7DAA-43F9-93B4-0E337CBB2A7E}" type="sibTrans" cxnId="{6B94DE57-8C39-4C31-8454-70DBDB05784A}">
      <dgm:prSet/>
      <dgm:spPr/>
      <dgm:t>
        <a:bodyPr/>
        <a:lstStyle/>
        <a:p>
          <a:endParaRPr lang="it-IT"/>
        </a:p>
      </dgm:t>
    </dgm:pt>
    <dgm:pt modelId="{2A41E0AB-9F2F-4627-9DDB-867FC7B388B7}">
      <dgm:prSet/>
      <dgm:spPr/>
      <dgm:t>
        <a:bodyPr/>
        <a:lstStyle/>
        <a:p>
          <a:r>
            <a:rPr lang="en-US" dirty="0"/>
            <a:t>For this, ML draws from computer science, statistics, psychology, neuroscience, economics and control theory.</a:t>
          </a:r>
          <a:endParaRPr lang="it-IT" dirty="0"/>
        </a:p>
      </dgm:t>
    </dgm:pt>
    <dgm:pt modelId="{41AE6573-887A-4B6A-B1F8-4693EFA6D074}" type="parTrans" cxnId="{7DB93F55-447E-4C87-8252-68B4338C2486}">
      <dgm:prSet/>
      <dgm:spPr/>
      <dgm:t>
        <a:bodyPr/>
        <a:lstStyle/>
        <a:p>
          <a:endParaRPr lang="it-IT"/>
        </a:p>
      </dgm:t>
    </dgm:pt>
    <dgm:pt modelId="{D52D7CB0-1796-402E-868D-F98530901FEB}" type="sibTrans" cxnId="{7DB93F55-447E-4C87-8252-68B4338C2486}">
      <dgm:prSet/>
      <dgm:spPr/>
      <dgm:t>
        <a:bodyPr/>
        <a:lstStyle/>
        <a:p>
          <a:endParaRPr lang="it-IT"/>
        </a:p>
      </dgm:t>
    </dgm:pt>
    <dgm:pt modelId="{18DEC37C-9F90-4BA8-BE3C-DDF1B8D8668A}" type="pres">
      <dgm:prSet presAssocID="{BCA4EE31-9AF1-4C4A-A661-DC6C70FA846E}" presName="Name0" presStyleCnt="0">
        <dgm:presLayoutVars>
          <dgm:chMax val="7"/>
          <dgm:chPref val="7"/>
          <dgm:dir/>
        </dgm:presLayoutVars>
      </dgm:prSet>
      <dgm:spPr/>
    </dgm:pt>
    <dgm:pt modelId="{C4869D11-055D-4897-82A6-D3414B9053B3}" type="pres">
      <dgm:prSet presAssocID="{BCA4EE31-9AF1-4C4A-A661-DC6C70FA846E}" presName="Name1" presStyleCnt="0"/>
      <dgm:spPr/>
    </dgm:pt>
    <dgm:pt modelId="{60AD1653-15AF-4BCD-B65B-C8B0F5D339F0}" type="pres">
      <dgm:prSet presAssocID="{BCA4EE31-9AF1-4C4A-A661-DC6C70FA846E}" presName="cycle" presStyleCnt="0"/>
      <dgm:spPr/>
    </dgm:pt>
    <dgm:pt modelId="{33DF60E1-185A-41FF-B2FF-1903FBD781F5}" type="pres">
      <dgm:prSet presAssocID="{BCA4EE31-9AF1-4C4A-A661-DC6C70FA846E}" presName="srcNode" presStyleLbl="node1" presStyleIdx="0" presStyleCnt="3"/>
      <dgm:spPr/>
    </dgm:pt>
    <dgm:pt modelId="{58667831-DF2C-4AE8-A703-B41379606273}" type="pres">
      <dgm:prSet presAssocID="{BCA4EE31-9AF1-4C4A-A661-DC6C70FA846E}" presName="conn" presStyleLbl="parChTrans1D2" presStyleIdx="0" presStyleCnt="1"/>
      <dgm:spPr/>
    </dgm:pt>
    <dgm:pt modelId="{8ADC9421-E1C2-4B25-BB7A-8BC2AE4ADE23}" type="pres">
      <dgm:prSet presAssocID="{BCA4EE31-9AF1-4C4A-A661-DC6C70FA846E}" presName="extraNode" presStyleLbl="node1" presStyleIdx="0" presStyleCnt="3"/>
      <dgm:spPr/>
    </dgm:pt>
    <dgm:pt modelId="{3BA842B7-FE89-48EC-8D7F-EE264DFCD28D}" type="pres">
      <dgm:prSet presAssocID="{BCA4EE31-9AF1-4C4A-A661-DC6C70FA846E}" presName="dstNode" presStyleLbl="node1" presStyleIdx="0" presStyleCnt="3"/>
      <dgm:spPr/>
    </dgm:pt>
    <dgm:pt modelId="{3E8E6370-1251-451D-A401-AF0768CB644A}" type="pres">
      <dgm:prSet presAssocID="{463EF377-2905-4936-B9C8-127408F4F5BE}" presName="text_1" presStyleLbl="node1" presStyleIdx="0" presStyleCnt="3">
        <dgm:presLayoutVars>
          <dgm:bulletEnabled val="1"/>
        </dgm:presLayoutVars>
      </dgm:prSet>
      <dgm:spPr/>
    </dgm:pt>
    <dgm:pt modelId="{2CF2C63F-B1AF-483A-B7D6-69CAFB2E9521}" type="pres">
      <dgm:prSet presAssocID="{463EF377-2905-4936-B9C8-127408F4F5BE}" presName="accent_1" presStyleCnt="0"/>
      <dgm:spPr/>
    </dgm:pt>
    <dgm:pt modelId="{B8DF51E2-BCAE-42D8-A646-7C8AB1E81918}" type="pres">
      <dgm:prSet presAssocID="{463EF377-2905-4936-B9C8-127408F4F5BE}" presName="accentRepeatNode" presStyleLbl="solidFgAcc1" presStyleIdx="0" presStyleCnt="3"/>
      <dgm:spPr/>
    </dgm:pt>
    <dgm:pt modelId="{BB5AA6A4-14C9-43CE-8B96-1583F0D5C1E1}" type="pres">
      <dgm:prSet presAssocID="{0D582442-0B32-4077-9F49-B58B7027704C}" presName="text_2" presStyleLbl="node1" presStyleIdx="1" presStyleCnt="3">
        <dgm:presLayoutVars>
          <dgm:bulletEnabled val="1"/>
        </dgm:presLayoutVars>
      </dgm:prSet>
      <dgm:spPr/>
    </dgm:pt>
    <dgm:pt modelId="{4592D4CC-5BE8-4C06-BA9A-6A5015B61BA6}" type="pres">
      <dgm:prSet presAssocID="{0D582442-0B32-4077-9F49-B58B7027704C}" presName="accent_2" presStyleCnt="0"/>
      <dgm:spPr/>
    </dgm:pt>
    <dgm:pt modelId="{8CDFCA60-7714-46E2-9FD7-16777FE33DFA}" type="pres">
      <dgm:prSet presAssocID="{0D582442-0B32-4077-9F49-B58B7027704C}" presName="accentRepeatNode" presStyleLbl="solidFgAcc1" presStyleIdx="1" presStyleCnt="3"/>
      <dgm:spPr/>
    </dgm:pt>
    <dgm:pt modelId="{17240DA9-1114-4A5E-9300-5D0F0834C2EA}" type="pres">
      <dgm:prSet presAssocID="{2A41E0AB-9F2F-4627-9DDB-867FC7B388B7}" presName="text_3" presStyleLbl="node1" presStyleIdx="2" presStyleCnt="3">
        <dgm:presLayoutVars>
          <dgm:bulletEnabled val="1"/>
        </dgm:presLayoutVars>
      </dgm:prSet>
      <dgm:spPr/>
    </dgm:pt>
    <dgm:pt modelId="{D13ADA06-BEB1-4E75-B8EF-2822463E7DE1}" type="pres">
      <dgm:prSet presAssocID="{2A41E0AB-9F2F-4627-9DDB-867FC7B388B7}" presName="accent_3" presStyleCnt="0"/>
      <dgm:spPr/>
    </dgm:pt>
    <dgm:pt modelId="{0E68C7C2-9ADC-4E22-ABDC-74805BB0665F}" type="pres">
      <dgm:prSet presAssocID="{2A41E0AB-9F2F-4627-9DDB-867FC7B388B7}" presName="accentRepeatNode" presStyleLbl="solidFgAcc1" presStyleIdx="2" presStyleCnt="3"/>
      <dgm:spPr/>
    </dgm:pt>
  </dgm:ptLst>
  <dgm:cxnLst>
    <dgm:cxn modelId="{5A2D846C-1FC5-4890-98BE-62926F04FE84}" type="presOf" srcId="{2A41E0AB-9F2F-4627-9DDB-867FC7B388B7}" destId="{17240DA9-1114-4A5E-9300-5D0F0834C2EA}" srcOrd="0" destOrd="0" presId="urn:microsoft.com/office/officeart/2008/layout/VerticalCurvedList"/>
    <dgm:cxn modelId="{7DB93F55-447E-4C87-8252-68B4338C2486}" srcId="{BCA4EE31-9AF1-4C4A-A661-DC6C70FA846E}" destId="{2A41E0AB-9F2F-4627-9DDB-867FC7B388B7}" srcOrd="2" destOrd="0" parTransId="{41AE6573-887A-4B6A-B1F8-4693EFA6D074}" sibTransId="{D52D7CB0-1796-402E-868D-F98530901FEB}"/>
    <dgm:cxn modelId="{6B94DE57-8C39-4C31-8454-70DBDB05784A}" srcId="{BCA4EE31-9AF1-4C4A-A661-DC6C70FA846E}" destId="{0D582442-0B32-4077-9F49-B58B7027704C}" srcOrd="1" destOrd="0" parTransId="{C19AA7AA-164F-4B9D-9CA7-2AA9CAF020D5}" sibTransId="{863B2153-7DAA-43F9-93B4-0E337CBB2A7E}"/>
    <dgm:cxn modelId="{5C75F978-2EDD-45C1-91E8-A2B126389C43}" srcId="{BCA4EE31-9AF1-4C4A-A661-DC6C70FA846E}" destId="{463EF377-2905-4936-B9C8-127408F4F5BE}" srcOrd="0" destOrd="0" parTransId="{D9A3DFCD-E2CF-4315-92AA-41A89BF710F9}" sibTransId="{6DDF878E-7CBB-40DD-92F2-F3AB4AAE2B88}"/>
    <dgm:cxn modelId="{EB8A3789-DF5D-4EC1-A4CB-65E5034C76D0}" type="presOf" srcId="{463EF377-2905-4936-B9C8-127408F4F5BE}" destId="{3E8E6370-1251-451D-A401-AF0768CB644A}" srcOrd="0" destOrd="0" presId="urn:microsoft.com/office/officeart/2008/layout/VerticalCurvedList"/>
    <dgm:cxn modelId="{D5F2489A-E605-4B02-B6AD-1CAE7D3BED4D}" type="presOf" srcId="{BCA4EE31-9AF1-4C4A-A661-DC6C70FA846E}" destId="{18DEC37C-9F90-4BA8-BE3C-DDF1B8D8668A}" srcOrd="0" destOrd="0" presId="urn:microsoft.com/office/officeart/2008/layout/VerticalCurvedList"/>
    <dgm:cxn modelId="{E52781B4-1A11-4B47-AAC6-77C19C6CAE1B}" type="presOf" srcId="{0D582442-0B32-4077-9F49-B58B7027704C}" destId="{BB5AA6A4-14C9-43CE-8B96-1583F0D5C1E1}" srcOrd="0" destOrd="0" presId="urn:microsoft.com/office/officeart/2008/layout/VerticalCurvedList"/>
    <dgm:cxn modelId="{6F42E9BA-91ED-4BF2-BE45-717D7819F5E0}" type="presOf" srcId="{6DDF878E-7CBB-40DD-92F2-F3AB4AAE2B88}" destId="{58667831-DF2C-4AE8-A703-B41379606273}" srcOrd="0" destOrd="0" presId="urn:microsoft.com/office/officeart/2008/layout/VerticalCurvedList"/>
    <dgm:cxn modelId="{7D4AA051-1E86-4C6D-B53C-35C3EEBD64AC}" type="presParOf" srcId="{18DEC37C-9F90-4BA8-BE3C-DDF1B8D8668A}" destId="{C4869D11-055D-4897-82A6-D3414B9053B3}" srcOrd="0" destOrd="0" presId="urn:microsoft.com/office/officeart/2008/layout/VerticalCurvedList"/>
    <dgm:cxn modelId="{A83709D0-FA67-4B46-908D-16908830F583}" type="presParOf" srcId="{C4869D11-055D-4897-82A6-D3414B9053B3}" destId="{60AD1653-15AF-4BCD-B65B-C8B0F5D339F0}" srcOrd="0" destOrd="0" presId="urn:microsoft.com/office/officeart/2008/layout/VerticalCurvedList"/>
    <dgm:cxn modelId="{8E958DC1-3D5C-4F9A-9037-58EA489F5608}" type="presParOf" srcId="{60AD1653-15AF-4BCD-B65B-C8B0F5D339F0}" destId="{33DF60E1-185A-41FF-B2FF-1903FBD781F5}" srcOrd="0" destOrd="0" presId="urn:microsoft.com/office/officeart/2008/layout/VerticalCurvedList"/>
    <dgm:cxn modelId="{94DD7CEA-C6DC-4328-A3DE-966309284203}" type="presParOf" srcId="{60AD1653-15AF-4BCD-B65B-C8B0F5D339F0}" destId="{58667831-DF2C-4AE8-A703-B41379606273}" srcOrd="1" destOrd="0" presId="urn:microsoft.com/office/officeart/2008/layout/VerticalCurvedList"/>
    <dgm:cxn modelId="{B0912DAE-3FCA-4498-9598-CF9FB1FA3292}" type="presParOf" srcId="{60AD1653-15AF-4BCD-B65B-C8B0F5D339F0}" destId="{8ADC9421-E1C2-4B25-BB7A-8BC2AE4ADE23}" srcOrd="2" destOrd="0" presId="urn:microsoft.com/office/officeart/2008/layout/VerticalCurvedList"/>
    <dgm:cxn modelId="{BD2F8413-7492-48F4-8F52-25272C9B1826}" type="presParOf" srcId="{60AD1653-15AF-4BCD-B65B-C8B0F5D339F0}" destId="{3BA842B7-FE89-48EC-8D7F-EE264DFCD28D}" srcOrd="3" destOrd="0" presId="urn:microsoft.com/office/officeart/2008/layout/VerticalCurvedList"/>
    <dgm:cxn modelId="{4860982A-C7EC-4EA4-AB7D-9912C739869B}" type="presParOf" srcId="{C4869D11-055D-4897-82A6-D3414B9053B3}" destId="{3E8E6370-1251-451D-A401-AF0768CB644A}" srcOrd="1" destOrd="0" presId="urn:microsoft.com/office/officeart/2008/layout/VerticalCurvedList"/>
    <dgm:cxn modelId="{4594289A-2F8D-4980-AFBD-A9B992A80CDE}" type="presParOf" srcId="{C4869D11-055D-4897-82A6-D3414B9053B3}" destId="{2CF2C63F-B1AF-483A-B7D6-69CAFB2E9521}" srcOrd="2" destOrd="0" presId="urn:microsoft.com/office/officeart/2008/layout/VerticalCurvedList"/>
    <dgm:cxn modelId="{F6529AAA-863A-4857-9DE8-E92C5D3C684A}" type="presParOf" srcId="{2CF2C63F-B1AF-483A-B7D6-69CAFB2E9521}" destId="{B8DF51E2-BCAE-42D8-A646-7C8AB1E81918}" srcOrd="0" destOrd="0" presId="urn:microsoft.com/office/officeart/2008/layout/VerticalCurvedList"/>
    <dgm:cxn modelId="{050A9F94-B875-4ECB-BF60-EB576767DE23}" type="presParOf" srcId="{C4869D11-055D-4897-82A6-D3414B9053B3}" destId="{BB5AA6A4-14C9-43CE-8B96-1583F0D5C1E1}" srcOrd="3" destOrd="0" presId="urn:microsoft.com/office/officeart/2008/layout/VerticalCurvedList"/>
    <dgm:cxn modelId="{34B9C249-1493-4C0A-8D94-1CA544F404F8}" type="presParOf" srcId="{C4869D11-055D-4897-82A6-D3414B9053B3}" destId="{4592D4CC-5BE8-4C06-BA9A-6A5015B61BA6}" srcOrd="4" destOrd="0" presId="urn:microsoft.com/office/officeart/2008/layout/VerticalCurvedList"/>
    <dgm:cxn modelId="{938F9655-A433-4CFF-9CF8-C6AB678CCCCF}" type="presParOf" srcId="{4592D4CC-5BE8-4C06-BA9A-6A5015B61BA6}" destId="{8CDFCA60-7714-46E2-9FD7-16777FE33DFA}" srcOrd="0" destOrd="0" presId="urn:microsoft.com/office/officeart/2008/layout/VerticalCurvedList"/>
    <dgm:cxn modelId="{16C2C8AC-84B3-4A0D-946F-94692C6BFE41}" type="presParOf" srcId="{C4869D11-055D-4897-82A6-D3414B9053B3}" destId="{17240DA9-1114-4A5E-9300-5D0F0834C2EA}" srcOrd="5" destOrd="0" presId="urn:microsoft.com/office/officeart/2008/layout/VerticalCurvedList"/>
    <dgm:cxn modelId="{874F5AA5-1F70-4B52-B991-7CA69BB35590}" type="presParOf" srcId="{C4869D11-055D-4897-82A6-D3414B9053B3}" destId="{D13ADA06-BEB1-4E75-B8EF-2822463E7DE1}" srcOrd="6" destOrd="0" presId="urn:microsoft.com/office/officeart/2008/layout/VerticalCurvedList"/>
    <dgm:cxn modelId="{B7EA8214-FD2B-48F5-A58A-9CF44F932DF6}" type="presParOf" srcId="{D13ADA06-BEB1-4E75-B8EF-2822463E7DE1}" destId="{0E68C7C2-9ADC-4E22-ABDC-74805BB0665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8703BA-1D08-4FA0-B1F2-4068CF4D10CC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0D1320C3-7156-491E-B6AE-13765F4B2A2A}">
      <dgm:prSet phldrT="[Testo]"/>
      <dgm:spPr/>
      <dgm:t>
        <a:bodyPr/>
        <a:lstStyle/>
        <a:p>
          <a:r>
            <a:rPr lang="it-IT" dirty="0" err="1"/>
            <a:t>Supervised</a:t>
          </a:r>
          <a:endParaRPr lang="it-IT" dirty="0"/>
        </a:p>
      </dgm:t>
    </dgm:pt>
    <dgm:pt modelId="{37AEE484-BF37-4BE4-ACA9-D6EFE0F9BAE7}" type="parTrans" cxnId="{258B37D9-0925-4960-9174-3420FA6092C0}">
      <dgm:prSet/>
      <dgm:spPr/>
      <dgm:t>
        <a:bodyPr/>
        <a:lstStyle/>
        <a:p>
          <a:endParaRPr lang="it-IT"/>
        </a:p>
      </dgm:t>
    </dgm:pt>
    <dgm:pt modelId="{A7CC3AF6-246F-453E-A214-366758B99E22}" type="sibTrans" cxnId="{258B37D9-0925-4960-9174-3420FA6092C0}">
      <dgm:prSet/>
      <dgm:spPr/>
      <dgm:t>
        <a:bodyPr/>
        <a:lstStyle/>
        <a:p>
          <a:endParaRPr lang="it-IT"/>
        </a:p>
      </dgm:t>
    </dgm:pt>
    <dgm:pt modelId="{3AC111B8-38B8-4347-A7BA-5A31A62E4043}">
      <dgm:prSet phldrT="[Testo]"/>
      <dgm:spPr/>
      <dgm:t>
        <a:bodyPr/>
        <a:lstStyle/>
        <a:p>
          <a:pPr>
            <a:buFontTx/>
            <a:buNone/>
          </a:pPr>
          <a:r>
            <a:rPr lang="en-US" b="0" i="0" dirty="0"/>
            <a:t>Supervised Learning is akin to a scenario where a student learns under the guidance of a teacher.</a:t>
          </a:r>
          <a:endParaRPr lang="it-IT" dirty="0"/>
        </a:p>
      </dgm:t>
    </dgm:pt>
    <dgm:pt modelId="{61C49849-1744-4542-BCAD-2631493B502A}" type="parTrans" cxnId="{09F89319-5990-4745-BE12-0B59DB231111}">
      <dgm:prSet/>
      <dgm:spPr/>
      <dgm:t>
        <a:bodyPr/>
        <a:lstStyle/>
        <a:p>
          <a:endParaRPr lang="it-IT"/>
        </a:p>
      </dgm:t>
    </dgm:pt>
    <dgm:pt modelId="{02838F09-9116-47A9-A0F7-8EADCB0415E1}" type="sibTrans" cxnId="{09F89319-5990-4745-BE12-0B59DB231111}">
      <dgm:prSet/>
      <dgm:spPr/>
      <dgm:t>
        <a:bodyPr/>
        <a:lstStyle/>
        <a:p>
          <a:endParaRPr lang="it-IT"/>
        </a:p>
      </dgm:t>
    </dgm:pt>
    <dgm:pt modelId="{39EDF57C-EF7C-42D2-8E9E-F21DE7530566}">
      <dgm:prSet phldrT="[Testo]"/>
      <dgm:spPr/>
      <dgm:t>
        <a:bodyPr/>
        <a:lstStyle/>
        <a:p>
          <a:r>
            <a:rPr lang="it-IT" dirty="0" err="1"/>
            <a:t>Unsupervised</a:t>
          </a:r>
          <a:endParaRPr lang="it-IT" dirty="0"/>
        </a:p>
      </dgm:t>
    </dgm:pt>
    <dgm:pt modelId="{09663DAC-B080-4B1D-8D46-FDF573949F95}" type="parTrans" cxnId="{65AF022D-70A0-4690-B0A1-AA95780797E6}">
      <dgm:prSet/>
      <dgm:spPr/>
      <dgm:t>
        <a:bodyPr/>
        <a:lstStyle/>
        <a:p>
          <a:endParaRPr lang="it-IT"/>
        </a:p>
      </dgm:t>
    </dgm:pt>
    <dgm:pt modelId="{DEE0D54C-6691-48C1-8737-0EC1DCC88C85}" type="sibTrans" cxnId="{65AF022D-70A0-4690-B0A1-AA95780797E6}">
      <dgm:prSet/>
      <dgm:spPr/>
      <dgm:t>
        <a:bodyPr/>
        <a:lstStyle/>
        <a:p>
          <a:endParaRPr lang="it-IT"/>
        </a:p>
      </dgm:t>
    </dgm:pt>
    <dgm:pt modelId="{8AFDE792-64AD-4910-9F9D-7B83010B06CC}">
      <dgm:prSet phldrT="[Testo]"/>
      <dgm:spPr/>
      <dgm:t>
        <a:bodyPr/>
        <a:lstStyle/>
        <a:p>
          <a:pPr>
            <a:buFontTx/>
            <a:buNone/>
          </a:pPr>
          <a:r>
            <a:rPr lang="en-US" b="0" i="0" dirty="0"/>
            <a:t>Unsupervised Learning, on the other hand, is like a student learning without direct supervision. </a:t>
          </a:r>
          <a:endParaRPr lang="it-IT" dirty="0"/>
        </a:p>
      </dgm:t>
    </dgm:pt>
    <dgm:pt modelId="{DF960DDB-979A-48FB-A431-272DDF8C0114}" type="parTrans" cxnId="{11D9409C-FEB2-4108-ABED-823FD2745191}">
      <dgm:prSet/>
      <dgm:spPr/>
      <dgm:t>
        <a:bodyPr/>
        <a:lstStyle/>
        <a:p>
          <a:endParaRPr lang="it-IT"/>
        </a:p>
      </dgm:t>
    </dgm:pt>
    <dgm:pt modelId="{79574A15-5201-4D22-9E92-175E26646C80}" type="sibTrans" cxnId="{11D9409C-FEB2-4108-ABED-823FD2745191}">
      <dgm:prSet/>
      <dgm:spPr/>
      <dgm:t>
        <a:bodyPr/>
        <a:lstStyle/>
        <a:p>
          <a:endParaRPr lang="it-IT"/>
        </a:p>
      </dgm:t>
    </dgm:pt>
    <dgm:pt modelId="{CAED1B05-B82F-451D-A319-D54827393173}">
      <dgm:prSet phldrT="[Testo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endParaRPr lang="it-IT" b="0" dirty="0"/>
        </a:p>
      </dgm:t>
    </dgm:pt>
    <dgm:pt modelId="{844B7037-852D-40E4-9FCB-41E1E6F724B2}" type="parTrans" cxnId="{C14E8359-CF93-447F-923C-860CD9A87CD2}">
      <dgm:prSet/>
      <dgm:spPr/>
      <dgm:t>
        <a:bodyPr/>
        <a:lstStyle/>
        <a:p>
          <a:endParaRPr lang="it-IT"/>
        </a:p>
      </dgm:t>
    </dgm:pt>
    <dgm:pt modelId="{A84D7A5E-8AAC-4C19-98CC-8F9E03B7659F}" type="sibTrans" cxnId="{C14E8359-CF93-447F-923C-860CD9A87CD2}">
      <dgm:prSet/>
      <dgm:spPr/>
      <dgm:t>
        <a:bodyPr/>
        <a:lstStyle/>
        <a:p>
          <a:endParaRPr lang="it-IT"/>
        </a:p>
      </dgm:t>
    </dgm:pt>
    <dgm:pt modelId="{70DC23D5-33B4-4221-AFB2-EA9AD94748AF}">
      <dgm:prSet phldrT="[Testo]"/>
      <dgm:spPr/>
      <dgm:t>
        <a:bodyPr/>
        <a:lstStyle/>
        <a:p>
          <a:pPr>
            <a:buFontTx/>
            <a:buNone/>
          </a:pPr>
          <a:r>
            <a:rPr lang="en-US" b="0" i="0" dirty="0"/>
            <a:t>The 'teacher' here is the labeled dataset, which provides the machine with both the input and the</a:t>
          </a:r>
          <a:endParaRPr lang="it-IT" dirty="0"/>
        </a:p>
      </dgm:t>
    </dgm:pt>
    <dgm:pt modelId="{02751163-AB22-4834-82B3-B21D751B38AD}" type="parTrans" cxnId="{8CE4F2F3-1BE4-4DC1-BF85-4FDB6F4F11A1}">
      <dgm:prSet/>
      <dgm:spPr/>
    </dgm:pt>
    <dgm:pt modelId="{23DE721F-A0A4-4CBF-A7FA-4DED0E241326}" type="sibTrans" cxnId="{8CE4F2F3-1BE4-4DC1-BF85-4FDB6F4F11A1}">
      <dgm:prSet/>
      <dgm:spPr/>
    </dgm:pt>
    <dgm:pt modelId="{B27847BD-F642-43CC-BFFF-A27CDE339F6D}">
      <dgm:prSet phldrT="[Testo]"/>
      <dgm:spPr/>
      <dgm:t>
        <a:bodyPr/>
        <a:lstStyle/>
        <a:p>
          <a:pPr>
            <a:buFontTx/>
            <a:buNone/>
          </a:pPr>
          <a:r>
            <a:rPr lang="en-US" b="0" i="0" dirty="0"/>
            <a:t>correct output. </a:t>
          </a:r>
          <a:endParaRPr lang="it-IT" dirty="0"/>
        </a:p>
      </dgm:t>
    </dgm:pt>
    <dgm:pt modelId="{710E2823-0261-4CE8-9CCC-C220D7F43373}" type="parTrans" cxnId="{FCACB3E6-CB42-4AFC-B42E-EAD92C65A83A}">
      <dgm:prSet/>
      <dgm:spPr/>
    </dgm:pt>
    <dgm:pt modelId="{753A45C9-E1F2-4E50-BA0F-88074858927B}" type="sibTrans" cxnId="{FCACB3E6-CB42-4AFC-B42E-EAD92C65A83A}">
      <dgm:prSet/>
      <dgm:spPr/>
    </dgm:pt>
    <dgm:pt modelId="{36632D3A-979D-4C21-8B8B-5C62658BF606}">
      <dgm:prSet phldrT="[Testo]"/>
      <dgm:spPr/>
      <dgm:t>
        <a:bodyPr/>
        <a:lstStyle/>
        <a:p>
          <a:pPr>
            <a:buFontTx/>
            <a:buNone/>
          </a:pPr>
          <a:r>
            <a:rPr lang="en-US" b="0" i="0" dirty="0"/>
            <a:t>The goal of supervised learning algorithms is to create a mathematical model that can make</a:t>
          </a:r>
          <a:endParaRPr lang="it-IT" dirty="0"/>
        </a:p>
      </dgm:t>
    </dgm:pt>
    <dgm:pt modelId="{8F66A82E-073C-45AA-A669-9094AD3D46FB}" type="parTrans" cxnId="{7BDA1105-A000-4667-B312-884AEC317439}">
      <dgm:prSet/>
      <dgm:spPr/>
    </dgm:pt>
    <dgm:pt modelId="{6CD0515A-FB65-4401-A45E-EF9A71DAC323}" type="sibTrans" cxnId="{7BDA1105-A000-4667-B312-884AEC317439}">
      <dgm:prSet/>
      <dgm:spPr/>
    </dgm:pt>
    <dgm:pt modelId="{3BBBE826-39AD-4C9C-91A7-24476370B680}">
      <dgm:prSet phldrT="[Testo]"/>
      <dgm:spPr/>
      <dgm:t>
        <a:bodyPr/>
        <a:lstStyle/>
        <a:p>
          <a:pPr>
            <a:buFontTx/>
            <a:buNone/>
          </a:pPr>
          <a:r>
            <a:rPr lang="en-US" b="0" i="0" dirty="0"/>
            <a:t>predictions or decisions by learning the relationships between the given input and output.</a:t>
          </a:r>
          <a:endParaRPr lang="it-IT" dirty="0"/>
        </a:p>
      </dgm:t>
    </dgm:pt>
    <dgm:pt modelId="{2C2E457B-B85C-45C2-AE53-121F22EA4743}" type="parTrans" cxnId="{8287E1FA-F9F8-49DC-8C90-161B9CAA6C97}">
      <dgm:prSet/>
      <dgm:spPr/>
    </dgm:pt>
    <dgm:pt modelId="{838BBE74-3A71-4E0D-9534-09BBC450CAA8}" type="sibTrans" cxnId="{8287E1FA-F9F8-49DC-8C90-161B9CAA6C97}">
      <dgm:prSet/>
      <dgm:spPr/>
    </dgm:pt>
    <dgm:pt modelId="{01A0FBD8-8D7F-457F-AE32-E67356CED824}">
      <dgm:prSet phldrT="[Testo]"/>
      <dgm:spPr/>
      <dgm:t>
        <a:bodyPr/>
        <a:lstStyle/>
        <a:p>
          <a:pPr>
            <a:buFontTx/>
            <a:buNone/>
          </a:pPr>
          <a:r>
            <a:rPr lang="en-US" b="0" i="0" dirty="0"/>
            <a:t>The algorithm is given data without explicit instructions on what to do with it. It must find structure</a:t>
          </a:r>
          <a:endParaRPr lang="it-IT" dirty="0"/>
        </a:p>
      </dgm:t>
    </dgm:pt>
    <dgm:pt modelId="{54EBB312-D29E-4726-8B84-C7BAEA4FFD89}" type="parTrans" cxnId="{52FAA385-2798-49BB-9AF3-A28EED92E066}">
      <dgm:prSet/>
      <dgm:spPr/>
    </dgm:pt>
    <dgm:pt modelId="{9A3F7ADE-5F76-43CA-A3F5-F3CAD113130D}" type="sibTrans" cxnId="{52FAA385-2798-49BB-9AF3-A28EED92E066}">
      <dgm:prSet/>
      <dgm:spPr/>
    </dgm:pt>
    <dgm:pt modelId="{193B07EA-6AEB-468E-988C-30C0EF9AEEA0}">
      <dgm:prSet phldrT="[Testo]"/>
      <dgm:spPr/>
      <dgm:t>
        <a:bodyPr/>
        <a:lstStyle/>
        <a:p>
          <a:pPr>
            <a:buFontTx/>
            <a:buNone/>
          </a:pPr>
          <a:r>
            <a:rPr lang="en-US" b="0" i="0" dirty="0"/>
            <a:t>and patterns within the dataset on its own. This form of learning is ideal for exploratory data analysis, </a:t>
          </a:r>
          <a:endParaRPr lang="it-IT" dirty="0"/>
        </a:p>
      </dgm:t>
    </dgm:pt>
    <dgm:pt modelId="{83948DD6-9530-4087-8C5E-25E2E912329A}" type="parTrans" cxnId="{32AE202F-ECC5-4E4A-A774-EE8D687B5CF9}">
      <dgm:prSet/>
      <dgm:spPr/>
    </dgm:pt>
    <dgm:pt modelId="{A82F8BF1-649B-469B-9F00-26D1BFAC7A1E}" type="sibTrans" cxnId="{32AE202F-ECC5-4E4A-A774-EE8D687B5CF9}">
      <dgm:prSet/>
      <dgm:spPr/>
    </dgm:pt>
    <dgm:pt modelId="{8CD1EA7A-A2B9-49DD-A0E9-F03500C0242F}">
      <dgm:prSet phldrT="[Testo]"/>
      <dgm:spPr/>
      <dgm:t>
        <a:bodyPr/>
        <a:lstStyle/>
        <a:p>
          <a:pPr>
            <a:buFontTx/>
            <a:buNone/>
          </a:pPr>
          <a:r>
            <a:rPr lang="en-US" b="0" i="0" dirty="0"/>
            <a:t>pattern discovery, and finding hidden structures in data.</a:t>
          </a:r>
          <a:endParaRPr lang="it-IT" dirty="0"/>
        </a:p>
      </dgm:t>
    </dgm:pt>
    <dgm:pt modelId="{495FABE4-3A23-4F61-ACD9-386773F05D9F}" type="parTrans" cxnId="{5CA2F1D3-5974-46ED-895A-4A0E89B8E4AC}">
      <dgm:prSet/>
      <dgm:spPr/>
    </dgm:pt>
    <dgm:pt modelId="{6098515A-1E85-45DE-A422-1B865BB382B8}" type="sibTrans" cxnId="{5CA2F1D3-5974-46ED-895A-4A0E89B8E4AC}">
      <dgm:prSet/>
      <dgm:spPr/>
    </dgm:pt>
    <dgm:pt modelId="{3D8F07DF-E79F-4FA6-A0B5-889498A2F0F0}" type="pres">
      <dgm:prSet presAssocID="{E58703BA-1D08-4FA0-B1F2-4068CF4D10CC}" presName="linear" presStyleCnt="0">
        <dgm:presLayoutVars>
          <dgm:dir/>
          <dgm:animLvl val="lvl"/>
          <dgm:resizeHandles val="exact"/>
        </dgm:presLayoutVars>
      </dgm:prSet>
      <dgm:spPr/>
    </dgm:pt>
    <dgm:pt modelId="{3C4A3D73-27AF-46DC-8143-66CBAC3CB089}" type="pres">
      <dgm:prSet presAssocID="{0D1320C3-7156-491E-B6AE-13765F4B2A2A}" presName="parentLin" presStyleCnt="0"/>
      <dgm:spPr/>
    </dgm:pt>
    <dgm:pt modelId="{2D497AA1-0E58-4E3D-A3F6-BBB94635F6B2}" type="pres">
      <dgm:prSet presAssocID="{0D1320C3-7156-491E-B6AE-13765F4B2A2A}" presName="parentLeftMargin" presStyleLbl="node1" presStyleIdx="0" presStyleCnt="2"/>
      <dgm:spPr/>
    </dgm:pt>
    <dgm:pt modelId="{6C12F6CC-0B9B-415D-8550-BFD930D15036}" type="pres">
      <dgm:prSet presAssocID="{0D1320C3-7156-491E-B6AE-13765F4B2A2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697C879-D87A-422D-AD39-64F66BB58B38}" type="pres">
      <dgm:prSet presAssocID="{0D1320C3-7156-491E-B6AE-13765F4B2A2A}" presName="negativeSpace" presStyleCnt="0"/>
      <dgm:spPr/>
    </dgm:pt>
    <dgm:pt modelId="{42279A1C-55EC-4D41-B319-4291EE837A81}" type="pres">
      <dgm:prSet presAssocID="{0D1320C3-7156-491E-B6AE-13765F4B2A2A}" presName="childText" presStyleLbl="conFgAcc1" presStyleIdx="0" presStyleCnt="2" custLinFactNeighborY="34825">
        <dgm:presLayoutVars>
          <dgm:bulletEnabled val="1"/>
        </dgm:presLayoutVars>
      </dgm:prSet>
      <dgm:spPr/>
    </dgm:pt>
    <dgm:pt modelId="{D6D523D0-C4DD-4383-8EA1-DFD1A828751B}" type="pres">
      <dgm:prSet presAssocID="{A7CC3AF6-246F-453E-A214-366758B99E22}" presName="spaceBetweenRectangles" presStyleCnt="0"/>
      <dgm:spPr/>
    </dgm:pt>
    <dgm:pt modelId="{526DA719-6D84-4EF7-BC6E-C324033BA431}" type="pres">
      <dgm:prSet presAssocID="{39EDF57C-EF7C-42D2-8E9E-F21DE7530566}" presName="parentLin" presStyleCnt="0"/>
      <dgm:spPr/>
    </dgm:pt>
    <dgm:pt modelId="{AD82C02F-DD5F-4B44-9CC5-51C9C9B7E828}" type="pres">
      <dgm:prSet presAssocID="{39EDF57C-EF7C-42D2-8E9E-F21DE7530566}" presName="parentLeftMargin" presStyleLbl="node1" presStyleIdx="0" presStyleCnt="2"/>
      <dgm:spPr/>
    </dgm:pt>
    <dgm:pt modelId="{681F95BB-CB0F-4AB7-9B0F-F0369FCC3B95}" type="pres">
      <dgm:prSet presAssocID="{39EDF57C-EF7C-42D2-8E9E-F21DE753056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256068D-28CF-4221-A2C3-74D5149B11D7}" type="pres">
      <dgm:prSet presAssocID="{39EDF57C-EF7C-42D2-8E9E-F21DE7530566}" presName="negativeSpace" presStyleCnt="0"/>
      <dgm:spPr/>
    </dgm:pt>
    <dgm:pt modelId="{C1673740-B392-4C17-904B-0D0A4BB965A2}" type="pres">
      <dgm:prSet presAssocID="{39EDF57C-EF7C-42D2-8E9E-F21DE753056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BDA1105-A000-4667-B312-884AEC317439}" srcId="{0D1320C3-7156-491E-B6AE-13765F4B2A2A}" destId="{36632D3A-979D-4C21-8B8B-5C62658BF606}" srcOrd="3" destOrd="0" parTransId="{8F66A82E-073C-45AA-A669-9094AD3D46FB}" sibTransId="{6CD0515A-FB65-4401-A45E-EF9A71DAC323}"/>
    <dgm:cxn modelId="{D7E65F06-2D3B-4C2F-8081-BD682D1A195A}" type="presOf" srcId="{E58703BA-1D08-4FA0-B1F2-4068CF4D10CC}" destId="{3D8F07DF-E79F-4FA6-A0B5-889498A2F0F0}" srcOrd="0" destOrd="0" presId="urn:microsoft.com/office/officeart/2005/8/layout/list1"/>
    <dgm:cxn modelId="{4566C013-1F05-4665-B989-541B17240CEB}" type="presOf" srcId="{8CD1EA7A-A2B9-49DD-A0E9-F03500C0242F}" destId="{C1673740-B392-4C17-904B-0D0A4BB965A2}" srcOrd="0" destOrd="3" presId="urn:microsoft.com/office/officeart/2005/8/layout/list1"/>
    <dgm:cxn modelId="{399CFF16-42AE-48C7-86D7-40E900ACC065}" type="presOf" srcId="{B27847BD-F642-43CC-BFFF-A27CDE339F6D}" destId="{42279A1C-55EC-4D41-B319-4291EE837A81}" srcOrd="0" destOrd="2" presId="urn:microsoft.com/office/officeart/2005/8/layout/list1"/>
    <dgm:cxn modelId="{09F89319-5990-4745-BE12-0B59DB231111}" srcId="{0D1320C3-7156-491E-B6AE-13765F4B2A2A}" destId="{3AC111B8-38B8-4347-A7BA-5A31A62E4043}" srcOrd="0" destOrd="0" parTransId="{61C49849-1744-4542-BCAD-2631493B502A}" sibTransId="{02838F09-9116-47A9-A0F7-8EADCB0415E1}"/>
    <dgm:cxn modelId="{65AF022D-70A0-4690-B0A1-AA95780797E6}" srcId="{E58703BA-1D08-4FA0-B1F2-4068CF4D10CC}" destId="{39EDF57C-EF7C-42D2-8E9E-F21DE7530566}" srcOrd="1" destOrd="0" parTransId="{09663DAC-B080-4B1D-8D46-FDF573949F95}" sibTransId="{DEE0D54C-6691-48C1-8737-0EC1DCC88C85}"/>
    <dgm:cxn modelId="{32AE202F-ECC5-4E4A-A774-EE8D687B5CF9}" srcId="{39EDF57C-EF7C-42D2-8E9E-F21DE7530566}" destId="{193B07EA-6AEB-468E-988C-30C0EF9AEEA0}" srcOrd="2" destOrd="0" parTransId="{83948DD6-9530-4087-8C5E-25E2E912329A}" sibTransId="{A82F8BF1-649B-469B-9F00-26D1BFAC7A1E}"/>
    <dgm:cxn modelId="{833F416B-AB3E-48B5-97F6-D00CDF3234CB}" type="presOf" srcId="{8AFDE792-64AD-4910-9F9D-7B83010B06CC}" destId="{C1673740-B392-4C17-904B-0D0A4BB965A2}" srcOrd="0" destOrd="0" presId="urn:microsoft.com/office/officeart/2005/8/layout/list1"/>
    <dgm:cxn modelId="{23FB7A6C-608D-4D58-A58C-3F1DCD49E51F}" type="presOf" srcId="{3BBBE826-39AD-4C9C-91A7-24476370B680}" destId="{42279A1C-55EC-4D41-B319-4291EE837A81}" srcOrd="0" destOrd="4" presId="urn:microsoft.com/office/officeart/2005/8/layout/list1"/>
    <dgm:cxn modelId="{F1680273-3197-439A-BD74-BE3AAB1371A2}" type="presOf" srcId="{39EDF57C-EF7C-42D2-8E9E-F21DE7530566}" destId="{AD82C02F-DD5F-4B44-9CC5-51C9C9B7E828}" srcOrd="0" destOrd="0" presId="urn:microsoft.com/office/officeart/2005/8/layout/list1"/>
    <dgm:cxn modelId="{C14E8359-CF93-447F-923C-860CD9A87CD2}" srcId="{39EDF57C-EF7C-42D2-8E9E-F21DE7530566}" destId="{CAED1B05-B82F-451D-A319-D54827393173}" srcOrd="4" destOrd="0" parTransId="{844B7037-852D-40E4-9FCB-41E1E6F724B2}" sibTransId="{A84D7A5E-8AAC-4C19-98CC-8F9E03B7659F}"/>
    <dgm:cxn modelId="{A2B1EC79-BEA2-40C4-85D9-836F83181825}" type="presOf" srcId="{70DC23D5-33B4-4221-AFB2-EA9AD94748AF}" destId="{42279A1C-55EC-4D41-B319-4291EE837A81}" srcOrd="0" destOrd="1" presId="urn:microsoft.com/office/officeart/2005/8/layout/list1"/>
    <dgm:cxn modelId="{7086BB7D-ECE7-4806-8068-1832F0571EF5}" type="presOf" srcId="{193B07EA-6AEB-468E-988C-30C0EF9AEEA0}" destId="{C1673740-B392-4C17-904B-0D0A4BB965A2}" srcOrd="0" destOrd="2" presId="urn:microsoft.com/office/officeart/2005/8/layout/list1"/>
    <dgm:cxn modelId="{52FAA385-2798-49BB-9AF3-A28EED92E066}" srcId="{39EDF57C-EF7C-42D2-8E9E-F21DE7530566}" destId="{01A0FBD8-8D7F-457F-AE32-E67356CED824}" srcOrd="1" destOrd="0" parTransId="{54EBB312-D29E-4726-8B84-C7BAEA4FFD89}" sibTransId="{9A3F7ADE-5F76-43CA-A3F5-F3CAD113130D}"/>
    <dgm:cxn modelId="{8518488E-D91F-4EAF-A6A2-CD125ECF3D15}" type="presOf" srcId="{0D1320C3-7156-491E-B6AE-13765F4B2A2A}" destId="{2D497AA1-0E58-4E3D-A3F6-BBB94635F6B2}" srcOrd="0" destOrd="0" presId="urn:microsoft.com/office/officeart/2005/8/layout/list1"/>
    <dgm:cxn modelId="{F1837F92-B4B8-4ED1-B7DB-8388995332B3}" type="presOf" srcId="{39EDF57C-EF7C-42D2-8E9E-F21DE7530566}" destId="{681F95BB-CB0F-4AB7-9B0F-F0369FCC3B95}" srcOrd="1" destOrd="0" presId="urn:microsoft.com/office/officeart/2005/8/layout/list1"/>
    <dgm:cxn modelId="{11D9409C-FEB2-4108-ABED-823FD2745191}" srcId="{39EDF57C-EF7C-42D2-8E9E-F21DE7530566}" destId="{8AFDE792-64AD-4910-9F9D-7B83010B06CC}" srcOrd="0" destOrd="0" parTransId="{DF960DDB-979A-48FB-A431-272DDF8C0114}" sibTransId="{79574A15-5201-4D22-9E92-175E26646C80}"/>
    <dgm:cxn modelId="{B5CF65B7-B8DC-4A6B-94CE-A0BD8282781F}" type="presOf" srcId="{36632D3A-979D-4C21-8B8B-5C62658BF606}" destId="{42279A1C-55EC-4D41-B319-4291EE837A81}" srcOrd="0" destOrd="3" presId="urn:microsoft.com/office/officeart/2005/8/layout/list1"/>
    <dgm:cxn modelId="{E888D1BB-B02E-4A6F-BB2A-FE1D61E3A27F}" type="presOf" srcId="{3AC111B8-38B8-4347-A7BA-5A31A62E4043}" destId="{42279A1C-55EC-4D41-B319-4291EE837A81}" srcOrd="0" destOrd="0" presId="urn:microsoft.com/office/officeart/2005/8/layout/list1"/>
    <dgm:cxn modelId="{0FB1F2CA-00BB-433F-8E86-637DD764351E}" type="presOf" srcId="{CAED1B05-B82F-451D-A319-D54827393173}" destId="{C1673740-B392-4C17-904B-0D0A4BB965A2}" srcOrd="0" destOrd="4" presId="urn:microsoft.com/office/officeart/2005/8/layout/list1"/>
    <dgm:cxn modelId="{5CA2F1D3-5974-46ED-895A-4A0E89B8E4AC}" srcId="{39EDF57C-EF7C-42D2-8E9E-F21DE7530566}" destId="{8CD1EA7A-A2B9-49DD-A0E9-F03500C0242F}" srcOrd="3" destOrd="0" parTransId="{495FABE4-3A23-4F61-ACD9-386773F05D9F}" sibTransId="{6098515A-1E85-45DE-A422-1B865BB382B8}"/>
    <dgm:cxn modelId="{258B37D9-0925-4960-9174-3420FA6092C0}" srcId="{E58703BA-1D08-4FA0-B1F2-4068CF4D10CC}" destId="{0D1320C3-7156-491E-B6AE-13765F4B2A2A}" srcOrd="0" destOrd="0" parTransId="{37AEE484-BF37-4BE4-ACA9-D6EFE0F9BAE7}" sibTransId="{A7CC3AF6-246F-453E-A214-366758B99E22}"/>
    <dgm:cxn modelId="{9DF5A4E1-3120-47B2-891F-BAF0B051CAA7}" type="presOf" srcId="{0D1320C3-7156-491E-B6AE-13765F4B2A2A}" destId="{6C12F6CC-0B9B-415D-8550-BFD930D15036}" srcOrd="1" destOrd="0" presId="urn:microsoft.com/office/officeart/2005/8/layout/list1"/>
    <dgm:cxn modelId="{FCACB3E6-CB42-4AFC-B42E-EAD92C65A83A}" srcId="{0D1320C3-7156-491E-B6AE-13765F4B2A2A}" destId="{B27847BD-F642-43CC-BFFF-A27CDE339F6D}" srcOrd="2" destOrd="0" parTransId="{710E2823-0261-4CE8-9CCC-C220D7F43373}" sibTransId="{753A45C9-E1F2-4E50-BA0F-88074858927B}"/>
    <dgm:cxn modelId="{8CE4F2F3-1BE4-4DC1-BF85-4FDB6F4F11A1}" srcId="{0D1320C3-7156-491E-B6AE-13765F4B2A2A}" destId="{70DC23D5-33B4-4221-AFB2-EA9AD94748AF}" srcOrd="1" destOrd="0" parTransId="{02751163-AB22-4834-82B3-B21D751B38AD}" sibTransId="{23DE721F-A0A4-4CBF-A7FA-4DED0E241326}"/>
    <dgm:cxn modelId="{EAC1BCF7-0CD1-45CA-B5FD-6E8C63B3D291}" type="presOf" srcId="{01A0FBD8-8D7F-457F-AE32-E67356CED824}" destId="{C1673740-B392-4C17-904B-0D0A4BB965A2}" srcOrd="0" destOrd="1" presId="urn:microsoft.com/office/officeart/2005/8/layout/list1"/>
    <dgm:cxn modelId="{8287E1FA-F9F8-49DC-8C90-161B9CAA6C97}" srcId="{0D1320C3-7156-491E-B6AE-13765F4B2A2A}" destId="{3BBBE826-39AD-4C9C-91A7-24476370B680}" srcOrd="4" destOrd="0" parTransId="{2C2E457B-B85C-45C2-AE53-121F22EA4743}" sibTransId="{838BBE74-3A71-4E0D-9534-09BBC450CAA8}"/>
    <dgm:cxn modelId="{92686E55-B11F-44FC-83F2-19502CEF77F0}" type="presParOf" srcId="{3D8F07DF-E79F-4FA6-A0B5-889498A2F0F0}" destId="{3C4A3D73-27AF-46DC-8143-66CBAC3CB089}" srcOrd="0" destOrd="0" presId="urn:microsoft.com/office/officeart/2005/8/layout/list1"/>
    <dgm:cxn modelId="{CC2B3306-3A25-4395-9DD6-5484CDAF9E6E}" type="presParOf" srcId="{3C4A3D73-27AF-46DC-8143-66CBAC3CB089}" destId="{2D497AA1-0E58-4E3D-A3F6-BBB94635F6B2}" srcOrd="0" destOrd="0" presId="urn:microsoft.com/office/officeart/2005/8/layout/list1"/>
    <dgm:cxn modelId="{18BDDEA1-973C-487A-8A84-AAC0E0F4A3EC}" type="presParOf" srcId="{3C4A3D73-27AF-46DC-8143-66CBAC3CB089}" destId="{6C12F6CC-0B9B-415D-8550-BFD930D15036}" srcOrd="1" destOrd="0" presId="urn:microsoft.com/office/officeart/2005/8/layout/list1"/>
    <dgm:cxn modelId="{A71DFA95-CC13-43CB-A0C7-FD8C145FBC75}" type="presParOf" srcId="{3D8F07DF-E79F-4FA6-A0B5-889498A2F0F0}" destId="{1697C879-D87A-422D-AD39-64F66BB58B38}" srcOrd="1" destOrd="0" presId="urn:microsoft.com/office/officeart/2005/8/layout/list1"/>
    <dgm:cxn modelId="{111563E0-A8D3-4EAF-A7DE-3A3097918C63}" type="presParOf" srcId="{3D8F07DF-E79F-4FA6-A0B5-889498A2F0F0}" destId="{42279A1C-55EC-4D41-B319-4291EE837A81}" srcOrd="2" destOrd="0" presId="urn:microsoft.com/office/officeart/2005/8/layout/list1"/>
    <dgm:cxn modelId="{E7784ECE-59CE-49AF-B7D2-826AD9D64F26}" type="presParOf" srcId="{3D8F07DF-E79F-4FA6-A0B5-889498A2F0F0}" destId="{D6D523D0-C4DD-4383-8EA1-DFD1A828751B}" srcOrd="3" destOrd="0" presId="urn:microsoft.com/office/officeart/2005/8/layout/list1"/>
    <dgm:cxn modelId="{38958B79-3802-42B1-AF3F-9C51C60E3EE4}" type="presParOf" srcId="{3D8F07DF-E79F-4FA6-A0B5-889498A2F0F0}" destId="{526DA719-6D84-4EF7-BC6E-C324033BA431}" srcOrd="4" destOrd="0" presId="urn:microsoft.com/office/officeart/2005/8/layout/list1"/>
    <dgm:cxn modelId="{FC43542B-15DE-4B48-A0C5-BA9B5792A413}" type="presParOf" srcId="{526DA719-6D84-4EF7-BC6E-C324033BA431}" destId="{AD82C02F-DD5F-4B44-9CC5-51C9C9B7E828}" srcOrd="0" destOrd="0" presId="urn:microsoft.com/office/officeart/2005/8/layout/list1"/>
    <dgm:cxn modelId="{B8A9EAEB-3227-4F77-AAE1-DF569805FB00}" type="presParOf" srcId="{526DA719-6D84-4EF7-BC6E-C324033BA431}" destId="{681F95BB-CB0F-4AB7-9B0F-F0369FCC3B95}" srcOrd="1" destOrd="0" presId="urn:microsoft.com/office/officeart/2005/8/layout/list1"/>
    <dgm:cxn modelId="{C6EFB0D0-4CAE-49BE-A5DB-9257F4C00822}" type="presParOf" srcId="{3D8F07DF-E79F-4FA6-A0B5-889498A2F0F0}" destId="{9256068D-28CF-4221-A2C3-74D5149B11D7}" srcOrd="5" destOrd="0" presId="urn:microsoft.com/office/officeart/2005/8/layout/list1"/>
    <dgm:cxn modelId="{DB00BFA6-29F1-43C2-8E5C-B24003420382}" type="presParOf" srcId="{3D8F07DF-E79F-4FA6-A0B5-889498A2F0F0}" destId="{C1673740-B392-4C17-904B-0D0A4BB965A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8703BA-1D08-4FA0-B1F2-4068CF4D10CC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0D1320C3-7156-491E-B6AE-13765F4B2A2A}">
      <dgm:prSet phldrT="[Testo]"/>
      <dgm:spPr/>
      <dgm:t>
        <a:bodyPr/>
        <a:lstStyle/>
        <a:p>
          <a:r>
            <a:rPr lang="it-IT" dirty="0"/>
            <a:t>Training</a:t>
          </a:r>
        </a:p>
      </dgm:t>
    </dgm:pt>
    <dgm:pt modelId="{37AEE484-BF37-4BE4-ACA9-D6EFE0F9BAE7}" type="parTrans" cxnId="{258B37D9-0925-4960-9174-3420FA6092C0}">
      <dgm:prSet/>
      <dgm:spPr/>
      <dgm:t>
        <a:bodyPr/>
        <a:lstStyle/>
        <a:p>
          <a:endParaRPr lang="it-IT"/>
        </a:p>
      </dgm:t>
    </dgm:pt>
    <dgm:pt modelId="{A7CC3AF6-246F-453E-A214-366758B99E22}" type="sibTrans" cxnId="{258B37D9-0925-4960-9174-3420FA6092C0}">
      <dgm:prSet/>
      <dgm:spPr/>
      <dgm:t>
        <a:bodyPr/>
        <a:lstStyle/>
        <a:p>
          <a:endParaRPr lang="it-IT"/>
        </a:p>
      </dgm:t>
    </dgm:pt>
    <dgm:pt modelId="{3AC111B8-38B8-4347-A7BA-5A31A62E4043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it’s used for model training</a:t>
          </a:r>
          <a:endParaRPr lang="it-IT" dirty="0"/>
        </a:p>
      </dgm:t>
    </dgm:pt>
    <dgm:pt modelId="{61C49849-1744-4542-BCAD-2631493B502A}" type="parTrans" cxnId="{09F89319-5990-4745-BE12-0B59DB231111}">
      <dgm:prSet/>
      <dgm:spPr/>
      <dgm:t>
        <a:bodyPr/>
        <a:lstStyle/>
        <a:p>
          <a:endParaRPr lang="it-IT"/>
        </a:p>
      </dgm:t>
    </dgm:pt>
    <dgm:pt modelId="{02838F09-9116-47A9-A0F7-8EADCB0415E1}" type="sibTrans" cxnId="{09F89319-5990-4745-BE12-0B59DB231111}">
      <dgm:prSet/>
      <dgm:spPr/>
      <dgm:t>
        <a:bodyPr/>
        <a:lstStyle/>
        <a:p>
          <a:endParaRPr lang="it-IT"/>
        </a:p>
      </dgm:t>
    </dgm:pt>
    <dgm:pt modelId="{CBC543A8-3BF1-4F37-8744-F72D99A69AEA}">
      <dgm:prSet/>
      <dgm:spPr/>
      <dgm:t>
        <a:bodyPr/>
        <a:lstStyle/>
        <a:p>
          <a:r>
            <a:rPr lang="it-IT" dirty="0"/>
            <a:t>Test</a:t>
          </a:r>
          <a:endParaRPr lang="en-GB" b="0" dirty="0"/>
        </a:p>
      </dgm:t>
    </dgm:pt>
    <dgm:pt modelId="{86236D51-1693-43F8-A7CD-4ED9A66DC545}" type="parTrans" cxnId="{192CC0F6-D25D-4A94-BA42-BD85F2BED5F9}">
      <dgm:prSet/>
      <dgm:spPr/>
      <dgm:t>
        <a:bodyPr/>
        <a:lstStyle/>
        <a:p>
          <a:endParaRPr lang="it-IT"/>
        </a:p>
      </dgm:t>
    </dgm:pt>
    <dgm:pt modelId="{BE022EAE-27A5-47EC-8A27-75C13921C184}" type="sibTrans" cxnId="{192CC0F6-D25D-4A94-BA42-BD85F2BED5F9}">
      <dgm:prSet/>
      <dgm:spPr/>
      <dgm:t>
        <a:bodyPr/>
        <a:lstStyle/>
        <a:p>
          <a:endParaRPr lang="it-IT"/>
        </a:p>
      </dgm:t>
    </dgm:pt>
    <dgm:pt modelId="{64B5B4A4-9012-4C01-942D-0ED1D77824C3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It’s used once the training phase is finished and it’s required to check the model final performances</a:t>
          </a:r>
          <a:endParaRPr lang="en-GB" b="0" dirty="0"/>
        </a:p>
      </dgm:t>
    </dgm:pt>
    <dgm:pt modelId="{7F3725B1-5222-4D73-9F81-8EB4BD9AFB71}" type="parTrans" cxnId="{1933A469-8811-43B5-9423-B7311FA697C9}">
      <dgm:prSet/>
      <dgm:spPr/>
      <dgm:t>
        <a:bodyPr/>
        <a:lstStyle/>
        <a:p>
          <a:endParaRPr lang="it-IT"/>
        </a:p>
      </dgm:t>
    </dgm:pt>
    <dgm:pt modelId="{14840B00-B3FC-4F36-B1CD-1A6D0EFC4EF0}" type="sibTrans" cxnId="{1933A469-8811-43B5-9423-B7311FA697C9}">
      <dgm:prSet/>
      <dgm:spPr/>
      <dgm:t>
        <a:bodyPr/>
        <a:lstStyle/>
        <a:p>
          <a:endParaRPr lang="it-IT"/>
        </a:p>
      </dgm:t>
    </dgm:pt>
    <dgm:pt modelId="{6A52ABC9-3852-447F-A28C-C29B691CE082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dirty="0" err="1"/>
            <a:t>Validation</a:t>
          </a:r>
          <a:endParaRPr lang="it-IT" dirty="0"/>
        </a:p>
      </dgm:t>
    </dgm:pt>
    <dgm:pt modelId="{8F1B15FE-03FA-4003-A92E-87CCE8A8A1EA}" type="parTrans" cxnId="{A1CFE841-2CC9-4CDD-A0FF-822C9F526F57}">
      <dgm:prSet/>
      <dgm:spPr/>
      <dgm:t>
        <a:bodyPr/>
        <a:lstStyle/>
        <a:p>
          <a:endParaRPr lang="it-IT"/>
        </a:p>
      </dgm:t>
    </dgm:pt>
    <dgm:pt modelId="{9D4C4F5E-0B84-464B-8798-DD9A0C841FE8}" type="sibTrans" cxnId="{A1CFE841-2CC9-4CDD-A0FF-822C9F526F57}">
      <dgm:prSet/>
      <dgm:spPr/>
      <dgm:t>
        <a:bodyPr/>
        <a:lstStyle/>
        <a:p>
          <a:endParaRPr lang="it-IT"/>
        </a:p>
      </dgm:t>
    </dgm:pt>
    <dgm:pt modelId="{578C4062-2CC8-4472-A977-168635E240EC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It’s used for training control operations:</a:t>
          </a:r>
          <a:endParaRPr lang="it-IT" dirty="0"/>
        </a:p>
      </dgm:t>
    </dgm:pt>
    <dgm:pt modelId="{DE5A58EF-5B6D-4EF1-9E92-15B6EA174EA2}" type="parTrans" cxnId="{9CE2A0AE-4287-4926-A6CE-0084D2806708}">
      <dgm:prSet/>
      <dgm:spPr/>
      <dgm:t>
        <a:bodyPr/>
        <a:lstStyle/>
        <a:p>
          <a:endParaRPr lang="it-IT"/>
        </a:p>
      </dgm:t>
    </dgm:pt>
    <dgm:pt modelId="{EDB4E583-64F8-4549-B498-E8FE4E4286D0}" type="sibTrans" cxnId="{9CE2A0AE-4287-4926-A6CE-0084D2806708}">
      <dgm:prSet/>
      <dgm:spPr/>
      <dgm:t>
        <a:bodyPr/>
        <a:lstStyle/>
        <a:p>
          <a:endParaRPr lang="it-IT"/>
        </a:p>
      </dgm:t>
    </dgm:pt>
    <dgm:pt modelId="{53FC1D39-25DE-4EF8-8C2B-86443FC24F8F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Is the training going well? </a:t>
          </a:r>
          <a:endParaRPr lang="en-GB" dirty="0"/>
        </a:p>
      </dgm:t>
    </dgm:pt>
    <dgm:pt modelId="{3D8D0290-5FDB-4F6C-8FC8-3623D9497AD8}" type="parTrans" cxnId="{996BA16F-9492-4C9F-B2C8-EB96262EA665}">
      <dgm:prSet/>
      <dgm:spPr/>
      <dgm:t>
        <a:bodyPr/>
        <a:lstStyle/>
        <a:p>
          <a:endParaRPr lang="it-IT"/>
        </a:p>
      </dgm:t>
    </dgm:pt>
    <dgm:pt modelId="{2E0BFF80-DC76-4B02-9593-1B12B54D907A}" type="sibTrans" cxnId="{996BA16F-9492-4C9F-B2C8-EB96262EA665}">
      <dgm:prSet/>
      <dgm:spPr/>
      <dgm:t>
        <a:bodyPr/>
        <a:lstStyle/>
        <a:p>
          <a:endParaRPr lang="it-IT"/>
        </a:p>
      </dgm:t>
    </dgm:pt>
    <dgm:pt modelId="{2A953782-7498-40EE-B94F-B7E7BCD5BBE9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Is the model still able to make good predictions on unseen data? </a:t>
          </a:r>
        </a:p>
      </dgm:t>
    </dgm:pt>
    <dgm:pt modelId="{85EC4075-FE8F-4381-998D-6C74C66CE008}" type="parTrans" cxnId="{22326002-6DC9-4023-B2AD-4CA6DC6CDCD5}">
      <dgm:prSet/>
      <dgm:spPr/>
      <dgm:t>
        <a:bodyPr/>
        <a:lstStyle/>
        <a:p>
          <a:endParaRPr lang="it-IT"/>
        </a:p>
      </dgm:t>
    </dgm:pt>
    <dgm:pt modelId="{7B1A35C7-2588-43BF-B129-A38148E82639}" type="sibTrans" cxnId="{22326002-6DC9-4023-B2AD-4CA6DC6CDCD5}">
      <dgm:prSet/>
      <dgm:spPr/>
      <dgm:t>
        <a:bodyPr/>
        <a:lstStyle/>
        <a:p>
          <a:endParaRPr lang="it-IT"/>
        </a:p>
      </dgm:t>
    </dgm:pt>
    <dgm:pt modelId="{A0ECADD8-53F1-465D-883D-188BB6D0DB14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“early stopping”</a:t>
          </a:r>
        </a:p>
      </dgm:t>
    </dgm:pt>
    <dgm:pt modelId="{5D69C6B6-8209-4707-A342-FE1BCBA5C8E7}" type="parTrans" cxnId="{6121CACD-A1B5-4336-8A40-3C4E3567DC61}">
      <dgm:prSet/>
      <dgm:spPr/>
      <dgm:t>
        <a:bodyPr/>
        <a:lstStyle/>
        <a:p>
          <a:endParaRPr lang="it-IT"/>
        </a:p>
      </dgm:t>
    </dgm:pt>
    <dgm:pt modelId="{B86889BC-EC5F-4E51-B64F-E0D5DF684F58}" type="sibTrans" cxnId="{6121CACD-A1B5-4336-8A40-3C4E3567DC61}">
      <dgm:prSet/>
      <dgm:spPr/>
      <dgm:t>
        <a:bodyPr/>
        <a:lstStyle/>
        <a:p>
          <a:endParaRPr lang="it-IT"/>
        </a:p>
      </dgm:t>
    </dgm:pt>
    <dgm:pt modelId="{A6FFB5DD-4E3C-4961-A4C2-93B8685D63AA}">
      <dgm:prSet phldrT="[Testo]"/>
      <dgm:spPr/>
      <dgm:t>
        <a:bodyPr/>
        <a:lstStyle/>
        <a:p>
          <a:r>
            <a:rPr lang="it-IT" dirty="0" err="1"/>
            <a:t>Preprocessing</a:t>
          </a:r>
          <a:endParaRPr lang="it-IT" dirty="0"/>
        </a:p>
      </dgm:t>
    </dgm:pt>
    <dgm:pt modelId="{12211CF0-A6C9-47F6-B124-271C14E5A7DB}" type="parTrans" cxnId="{84C22E7E-039D-4DDA-A3A9-793B246BFDC2}">
      <dgm:prSet/>
      <dgm:spPr/>
      <dgm:t>
        <a:bodyPr/>
        <a:lstStyle/>
        <a:p>
          <a:endParaRPr lang="it-IT"/>
        </a:p>
      </dgm:t>
    </dgm:pt>
    <dgm:pt modelId="{3F78D7AC-9100-44C0-9722-4B9BC33FDECA}" type="sibTrans" cxnId="{84C22E7E-039D-4DDA-A3A9-793B246BFDC2}">
      <dgm:prSet/>
      <dgm:spPr/>
      <dgm:t>
        <a:bodyPr/>
        <a:lstStyle/>
        <a:p>
          <a:endParaRPr lang="it-IT"/>
        </a:p>
      </dgm:t>
    </dgm:pt>
    <dgm:pt modelId="{69EA144C-6080-4B70-966A-FAF23F827D7B}">
      <dgm:prSet phldrT="[Testo]"/>
      <dgm:spPr/>
      <dgm:t>
        <a:bodyPr/>
        <a:lstStyle/>
        <a:p>
          <a:r>
            <a:rPr lang="it-IT"/>
            <a:t>Data cleaning and normalization</a:t>
          </a:r>
          <a:endParaRPr lang="it-IT" dirty="0"/>
        </a:p>
      </dgm:t>
    </dgm:pt>
    <dgm:pt modelId="{9FF829DF-1110-446F-92C7-A2489DB611CE}" type="parTrans" cxnId="{05C6AC4F-0B22-4453-8497-BA8BE2373C78}">
      <dgm:prSet/>
      <dgm:spPr/>
    </dgm:pt>
    <dgm:pt modelId="{35936D74-9AB3-403E-A536-A0C35A10F2E1}" type="sibTrans" cxnId="{05C6AC4F-0B22-4453-8497-BA8BE2373C78}">
      <dgm:prSet/>
      <dgm:spPr/>
    </dgm:pt>
    <dgm:pt modelId="{3D8F07DF-E79F-4FA6-A0B5-889498A2F0F0}" type="pres">
      <dgm:prSet presAssocID="{E58703BA-1D08-4FA0-B1F2-4068CF4D10CC}" presName="linear" presStyleCnt="0">
        <dgm:presLayoutVars>
          <dgm:dir/>
          <dgm:animLvl val="lvl"/>
          <dgm:resizeHandles val="exact"/>
        </dgm:presLayoutVars>
      </dgm:prSet>
      <dgm:spPr/>
    </dgm:pt>
    <dgm:pt modelId="{A252D4E1-D019-4F09-B0C6-E42665498BCD}" type="pres">
      <dgm:prSet presAssocID="{A6FFB5DD-4E3C-4961-A4C2-93B8685D63AA}" presName="parentLin" presStyleCnt="0"/>
      <dgm:spPr/>
    </dgm:pt>
    <dgm:pt modelId="{FA0CE5E3-376D-4921-82E4-6BE75FD67ACA}" type="pres">
      <dgm:prSet presAssocID="{A6FFB5DD-4E3C-4961-A4C2-93B8685D63AA}" presName="parentLeftMargin" presStyleLbl="node1" presStyleIdx="0" presStyleCnt="4"/>
      <dgm:spPr/>
    </dgm:pt>
    <dgm:pt modelId="{2F7A8BE2-DFB4-42AF-B953-A60C502FDB07}" type="pres">
      <dgm:prSet presAssocID="{A6FFB5DD-4E3C-4961-A4C2-93B8685D63A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834F887-F2D1-4C23-B0F7-C107CC2A27E7}" type="pres">
      <dgm:prSet presAssocID="{A6FFB5DD-4E3C-4961-A4C2-93B8685D63AA}" presName="negativeSpace" presStyleCnt="0"/>
      <dgm:spPr/>
    </dgm:pt>
    <dgm:pt modelId="{F114CD14-4ABD-4DC2-BD94-D8D33C1F4676}" type="pres">
      <dgm:prSet presAssocID="{A6FFB5DD-4E3C-4961-A4C2-93B8685D63AA}" presName="childText" presStyleLbl="conFgAcc1" presStyleIdx="0" presStyleCnt="4">
        <dgm:presLayoutVars>
          <dgm:bulletEnabled val="1"/>
        </dgm:presLayoutVars>
      </dgm:prSet>
      <dgm:spPr/>
    </dgm:pt>
    <dgm:pt modelId="{2B6A5EF8-3D2B-4250-85BA-ABA2038423A6}" type="pres">
      <dgm:prSet presAssocID="{3F78D7AC-9100-44C0-9722-4B9BC33FDECA}" presName="spaceBetweenRectangles" presStyleCnt="0"/>
      <dgm:spPr/>
    </dgm:pt>
    <dgm:pt modelId="{3C4A3D73-27AF-46DC-8143-66CBAC3CB089}" type="pres">
      <dgm:prSet presAssocID="{0D1320C3-7156-491E-B6AE-13765F4B2A2A}" presName="parentLin" presStyleCnt="0"/>
      <dgm:spPr/>
    </dgm:pt>
    <dgm:pt modelId="{2D497AA1-0E58-4E3D-A3F6-BBB94635F6B2}" type="pres">
      <dgm:prSet presAssocID="{0D1320C3-7156-491E-B6AE-13765F4B2A2A}" presName="parentLeftMargin" presStyleLbl="node1" presStyleIdx="0" presStyleCnt="4"/>
      <dgm:spPr/>
    </dgm:pt>
    <dgm:pt modelId="{6C12F6CC-0B9B-415D-8550-BFD930D15036}" type="pres">
      <dgm:prSet presAssocID="{0D1320C3-7156-491E-B6AE-13765F4B2A2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697C879-D87A-422D-AD39-64F66BB58B38}" type="pres">
      <dgm:prSet presAssocID="{0D1320C3-7156-491E-B6AE-13765F4B2A2A}" presName="negativeSpace" presStyleCnt="0"/>
      <dgm:spPr/>
    </dgm:pt>
    <dgm:pt modelId="{42279A1C-55EC-4D41-B319-4291EE837A81}" type="pres">
      <dgm:prSet presAssocID="{0D1320C3-7156-491E-B6AE-13765F4B2A2A}" presName="childText" presStyleLbl="conFgAcc1" presStyleIdx="1" presStyleCnt="4">
        <dgm:presLayoutVars>
          <dgm:bulletEnabled val="1"/>
        </dgm:presLayoutVars>
      </dgm:prSet>
      <dgm:spPr/>
    </dgm:pt>
    <dgm:pt modelId="{D6D523D0-C4DD-4383-8EA1-DFD1A828751B}" type="pres">
      <dgm:prSet presAssocID="{A7CC3AF6-246F-453E-A214-366758B99E22}" presName="spaceBetweenRectangles" presStyleCnt="0"/>
      <dgm:spPr/>
    </dgm:pt>
    <dgm:pt modelId="{DAC0B039-1525-4F2D-88E9-E0AFDB5987C6}" type="pres">
      <dgm:prSet presAssocID="{6A52ABC9-3852-447F-A28C-C29B691CE082}" presName="parentLin" presStyleCnt="0"/>
      <dgm:spPr/>
    </dgm:pt>
    <dgm:pt modelId="{6C6BCA13-4EB4-46F9-91AD-4AEF0702C193}" type="pres">
      <dgm:prSet presAssocID="{6A52ABC9-3852-447F-A28C-C29B691CE082}" presName="parentLeftMargin" presStyleLbl="node1" presStyleIdx="1" presStyleCnt="4"/>
      <dgm:spPr/>
    </dgm:pt>
    <dgm:pt modelId="{9EC55334-3AE5-4BE8-94E0-DBCB339076A1}" type="pres">
      <dgm:prSet presAssocID="{6A52ABC9-3852-447F-A28C-C29B691CE08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AA69A15-9F8E-4021-AD3B-197C689D658B}" type="pres">
      <dgm:prSet presAssocID="{6A52ABC9-3852-447F-A28C-C29B691CE082}" presName="negativeSpace" presStyleCnt="0"/>
      <dgm:spPr/>
    </dgm:pt>
    <dgm:pt modelId="{1F10155D-29A3-4E55-8A57-3E2840077D34}" type="pres">
      <dgm:prSet presAssocID="{6A52ABC9-3852-447F-A28C-C29B691CE082}" presName="childText" presStyleLbl="conFgAcc1" presStyleIdx="2" presStyleCnt="4">
        <dgm:presLayoutVars>
          <dgm:bulletEnabled val="1"/>
        </dgm:presLayoutVars>
      </dgm:prSet>
      <dgm:spPr/>
    </dgm:pt>
    <dgm:pt modelId="{81C045DE-35DF-4BD7-8B8F-042D63BD4907}" type="pres">
      <dgm:prSet presAssocID="{9D4C4F5E-0B84-464B-8798-DD9A0C841FE8}" presName="spaceBetweenRectangles" presStyleCnt="0"/>
      <dgm:spPr/>
    </dgm:pt>
    <dgm:pt modelId="{7BCB9133-00B9-4AB5-A84F-36CCEE8AF109}" type="pres">
      <dgm:prSet presAssocID="{CBC543A8-3BF1-4F37-8744-F72D99A69AEA}" presName="parentLin" presStyleCnt="0"/>
      <dgm:spPr/>
    </dgm:pt>
    <dgm:pt modelId="{A2592E4A-D1AF-47C6-981A-4827C3538E7E}" type="pres">
      <dgm:prSet presAssocID="{CBC543A8-3BF1-4F37-8744-F72D99A69AEA}" presName="parentLeftMargin" presStyleLbl="node1" presStyleIdx="2" presStyleCnt="4"/>
      <dgm:spPr/>
    </dgm:pt>
    <dgm:pt modelId="{CCA5CA1B-F757-4EE7-9E20-A64D2F69B362}" type="pres">
      <dgm:prSet presAssocID="{CBC543A8-3BF1-4F37-8744-F72D99A69AE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746EADB-E676-4538-AF49-28F52492AD00}" type="pres">
      <dgm:prSet presAssocID="{CBC543A8-3BF1-4F37-8744-F72D99A69AEA}" presName="negativeSpace" presStyleCnt="0"/>
      <dgm:spPr/>
    </dgm:pt>
    <dgm:pt modelId="{AA21E59A-1879-4DCC-A72C-7BEB126D7D6F}" type="pres">
      <dgm:prSet presAssocID="{CBC543A8-3BF1-4F37-8744-F72D99A69AE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2326002-6DC9-4023-B2AD-4CA6DC6CDCD5}" srcId="{6A52ABC9-3852-447F-A28C-C29B691CE082}" destId="{2A953782-7498-40EE-B94F-B7E7BCD5BBE9}" srcOrd="2" destOrd="0" parTransId="{85EC4075-FE8F-4381-998D-6C74C66CE008}" sibTransId="{7B1A35C7-2588-43BF-B129-A38148E82639}"/>
    <dgm:cxn modelId="{D7E65F06-2D3B-4C2F-8081-BD682D1A195A}" type="presOf" srcId="{E58703BA-1D08-4FA0-B1F2-4068CF4D10CC}" destId="{3D8F07DF-E79F-4FA6-A0B5-889498A2F0F0}" srcOrd="0" destOrd="0" presId="urn:microsoft.com/office/officeart/2005/8/layout/list1"/>
    <dgm:cxn modelId="{09F89319-5990-4745-BE12-0B59DB231111}" srcId="{0D1320C3-7156-491E-B6AE-13765F4B2A2A}" destId="{3AC111B8-38B8-4347-A7BA-5A31A62E4043}" srcOrd="0" destOrd="0" parTransId="{61C49849-1744-4542-BCAD-2631493B502A}" sibTransId="{02838F09-9116-47A9-A0F7-8EADCB0415E1}"/>
    <dgm:cxn modelId="{95AC862B-9C68-4D94-B573-010C1A491457}" type="presOf" srcId="{A6FFB5DD-4E3C-4961-A4C2-93B8685D63AA}" destId="{2F7A8BE2-DFB4-42AF-B953-A60C502FDB07}" srcOrd="1" destOrd="0" presId="urn:microsoft.com/office/officeart/2005/8/layout/list1"/>
    <dgm:cxn modelId="{878AC03A-7A32-434D-B4CF-3461E2047159}" type="presOf" srcId="{6A52ABC9-3852-447F-A28C-C29B691CE082}" destId="{6C6BCA13-4EB4-46F9-91AD-4AEF0702C193}" srcOrd="0" destOrd="0" presId="urn:microsoft.com/office/officeart/2005/8/layout/list1"/>
    <dgm:cxn modelId="{E431B83C-C769-486A-A150-11248FF613C2}" type="presOf" srcId="{CBC543A8-3BF1-4F37-8744-F72D99A69AEA}" destId="{CCA5CA1B-F757-4EE7-9E20-A64D2F69B362}" srcOrd="1" destOrd="0" presId="urn:microsoft.com/office/officeart/2005/8/layout/list1"/>
    <dgm:cxn modelId="{A1CFE841-2CC9-4CDD-A0FF-822C9F526F57}" srcId="{E58703BA-1D08-4FA0-B1F2-4068CF4D10CC}" destId="{6A52ABC9-3852-447F-A28C-C29B691CE082}" srcOrd="2" destOrd="0" parTransId="{8F1B15FE-03FA-4003-A92E-87CCE8A8A1EA}" sibTransId="{9D4C4F5E-0B84-464B-8798-DD9A0C841FE8}"/>
    <dgm:cxn modelId="{1933A469-8811-43B5-9423-B7311FA697C9}" srcId="{CBC543A8-3BF1-4F37-8744-F72D99A69AEA}" destId="{64B5B4A4-9012-4C01-942D-0ED1D77824C3}" srcOrd="0" destOrd="0" parTransId="{7F3725B1-5222-4D73-9F81-8EB4BD9AFB71}" sibTransId="{14840B00-B3FC-4F36-B1CD-1A6D0EFC4EF0}"/>
    <dgm:cxn modelId="{1AE1214D-B040-4249-A235-DADF37B55273}" type="presOf" srcId="{64B5B4A4-9012-4C01-942D-0ED1D77824C3}" destId="{AA21E59A-1879-4DCC-A72C-7BEB126D7D6F}" srcOrd="0" destOrd="0" presId="urn:microsoft.com/office/officeart/2005/8/layout/list1"/>
    <dgm:cxn modelId="{996BA16F-9492-4C9F-B2C8-EB96262EA665}" srcId="{6A52ABC9-3852-447F-A28C-C29B691CE082}" destId="{53FC1D39-25DE-4EF8-8C2B-86443FC24F8F}" srcOrd="1" destOrd="0" parTransId="{3D8D0290-5FDB-4F6C-8FC8-3623D9497AD8}" sibTransId="{2E0BFF80-DC76-4B02-9593-1B12B54D907A}"/>
    <dgm:cxn modelId="{05C6AC4F-0B22-4453-8497-BA8BE2373C78}" srcId="{A6FFB5DD-4E3C-4961-A4C2-93B8685D63AA}" destId="{69EA144C-6080-4B70-966A-FAF23F827D7B}" srcOrd="0" destOrd="0" parTransId="{9FF829DF-1110-446F-92C7-A2489DB611CE}" sibTransId="{35936D74-9AB3-403E-A536-A0C35A10F2E1}"/>
    <dgm:cxn modelId="{C52A2378-20B9-48C0-AC9B-B1AE8F225657}" type="presOf" srcId="{53FC1D39-25DE-4EF8-8C2B-86443FC24F8F}" destId="{1F10155D-29A3-4E55-8A57-3E2840077D34}" srcOrd="0" destOrd="1" presId="urn:microsoft.com/office/officeart/2005/8/layout/list1"/>
    <dgm:cxn modelId="{E648647A-3EEB-4B6D-9F08-A1AA4DDE09C0}" type="presOf" srcId="{A0ECADD8-53F1-465D-883D-188BB6D0DB14}" destId="{1F10155D-29A3-4E55-8A57-3E2840077D34}" srcOrd="0" destOrd="3" presId="urn:microsoft.com/office/officeart/2005/8/layout/list1"/>
    <dgm:cxn modelId="{84C22E7E-039D-4DDA-A3A9-793B246BFDC2}" srcId="{E58703BA-1D08-4FA0-B1F2-4068CF4D10CC}" destId="{A6FFB5DD-4E3C-4961-A4C2-93B8685D63AA}" srcOrd="0" destOrd="0" parTransId="{12211CF0-A6C9-47F6-B124-271C14E5A7DB}" sibTransId="{3F78D7AC-9100-44C0-9722-4B9BC33FDECA}"/>
    <dgm:cxn modelId="{CFFA3483-023B-41A1-AC7C-8B1D01320C9A}" type="presOf" srcId="{A6FFB5DD-4E3C-4961-A4C2-93B8685D63AA}" destId="{FA0CE5E3-376D-4921-82E4-6BE75FD67ACA}" srcOrd="0" destOrd="0" presId="urn:microsoft.com/office/officeart/2005/8/layout/list1"/>
    <dgm:cxn modelId="{8518488E-D91F-4EAF-A6A2-CD125ECF3D15}" type="presOf" srcId="{0D1320C3-7156-491E-B6AE-13765F4B2A2A}" destId="{2D497AA1-0E58-4E3D-A3F6-BBB94635F6B2}" srcOrd="0" destOrd="0" presId="urn:microsoft.com/office/officeart/2005/8/layout/list1"/>
    <dgm:cxn modelId="{D4B79DA9-DEEC-4488-BFA5-0759BFC1E80C}" type="presOf" srcId="{578C4062-2CC8-4472-A977-168635E240EC}" destId="{1F10155D-29A3-4E55-8A57-3E2840077D34}" srcOrd="0" destOrd="0" presId="urn:microsoft.com/office/officeart/2005/8/layout/list1"/>
    <dgm:cxn modelId="{9CE2A0AE-4287-4926-A6CE-0084D2806708}" srcId="{6A52ABC9-3852-447F-A28C-C29B691CE082}" destId="{578C4062-2CC8-4472-A977-168635E240EC}" srcOrd="0" destOrd="0" parTransId="{DE5A58EF-5B6D-4EF1-9E92-15B6EA174EA2}" sibTransId="{EDB4E583-64F8-4549-B498-E8FE4E4286D0}"/>
    <dgm:cxn modelId="{E888D1BB-B02E-4A6F-BB2A-FE1D61E3A27F}" type="presOf" srcId="{3AC111B8-38B8-4347-A7BA-5A31A62E4043}" destId="{42279A1C-55EC-4D41-B319-4291EE837A81}" srcOrd="0" destOrd="0" presId="urn:microsoft.com/office/officeart/2005/8/layout/list1"/>
    <dgm:cxn modelId="{6121CACD-A1B5-4336-8A40-3C4E3567DC61}" srcId="{6A52ABC9-3852-447F-A28C-C29B691CE082}" destId="{A0ECADD8-53F1-465D-883D-188BB6D0DB14}" srcOrd="3" destOrd="0" parTransId="{5D69C6B6-8209-4707-A342-FE1BCBA5C8E7}" sibTransId="{B86889BC-EC5F-4E51-B64F-E0D5DF684F58}"/>
    <dgm:cxn modelId="{258B37D9-0925-4960-9174-3420FA6092C0}" srcId="{E58703BA-1D08-4FA0-B1F2-4068CF4D10CC}" destId="{0D1320C3-7156-491E-B6AE-13765F4B2A2A}" srcOrd="1" destOrd="0" parTransId="{37AEE484-BF37-4BE4-ACA9-D6EFE0F9BAE7}" sibTransId="{A7CC3AF6-246F-453E-A214-366758B99E22}"/>
    <dgm:cxn modelId="{266C3BDB-FE09-430A-8D48-E48B9035E424}" type="presOf" srcId="{6A52ABC9-3852-447F-A28C-C29B691CE082}" destId="{9EC55334-3AE5-4BE8-94E0-DBCB339076A1}" srcOrd="1" destOrd="0" presId="urn:microsoft.com/office/officeart/2005/8/layout/list1"/>
    <dgm:cxn modelId="{9DF5A4E1-3120-47B2-891F-BAF0B051CAA7}" type="presOf" srcId="{0D1320C3-7156-491E-B6AE-13765F4B2A2A}" destId="{6C12F6CC-0B9B-415D-8550-BFD930D15036}" srcOrd="1" destOrd="0" presId="urn:microsoft.com/office/officeart/2005/8/layout/list1"/>
    <dgm:cxn modelId="{D6A25EE5-DF7D-49F2-A48F-81211314F436}" type="presOf" srcId="{2A953782-7498-40EE-B94F-B7E7BCD5BBE9}" destId="{1F10155D-29A3-4E55-8A57-3E2840077D34}" srcOrd="0" destOrd="2" presId="urn:microsoft.com/office/officeart/2005/8/layout/list1"/>
    <dgm:cxn modelId="{D16E30F6-3934-4BDE-9FCA-966CC9141B2E}" type="presOf" srcId="{69EA144C-6080-4B70-966A-FAF23F827D7B}" destId="{F114CD14-4ABD-4DC2-BD94-D8D33C1F4676}" srcOrd="0" destOrd="0" presId="urn:microsoft.com/office/officeart/2005/8/layout/list1"/>
    <dgm:cxn modelId="{192CC0F6-D25D-4A94-BA42-BD85F2BED5F9}" srcId="{E58703BA-1D08-4FA0-B1F2-4068CF4D10CC}" destId="{CBC543A8-3BF1-4F37-8744-F72D99A69AEA}" srcOrd="3" destOrd="0" parTransId="{86236D51-1693-43F8-A7CD-4ED9A66DC545}" sibTransId="{BE022EAE-27A5-47EC-8A27-75C13921C184}"/>
    <dgm:cxn modelId="{D323BCFF-8EA5-4D1C-9750-C685831513E0}" type="presOf" srcId="{CBC543A8-3BF1-4F37-8744-F72D99A69AEA}" destId="{A2592E4A-D1AF-47C6-981A-4827C3538E7E}" srcOrd="0" destOrd="0" presId="urn:microsoft.com/office/officeart/2005/8/layout/list1"/>
    <dgm:cxn modelId="{5D67BE1B-7898-4481-A44A-BC446DA8ED0F}" type="presParOf" srcId="{3D8F07DF-E79F-4FA6-A0B5-889498A2F0F0}" destId="{A252D4E1-D019-4F09-B0C6-E42665498BCD}" srcOrd="0" destOrd="0" presId="urn:microsoft.com/office/officeart/2005/8/layout/list1"/>
    <dgm:cxn modelId="{1B952160-B8EF-4D9A-83DB-47F249435271}" type="presParOf" srcId="{A252D4E1-D019-4F09-B0C6-E42665498BCD}" destId="{FA0CE5E3-376D-4921-82E4-6BE75FD67ACA}" srcOrd="0" destOrd="0" presId="urn:microsoft.com/office/officeart/2005/8/layout/list1"/>
    <dgm:cxn modelId="{D606C7A1-B6D2-46A5-A704-A51684E11907}" type="presParOf" srcId="{A252D4E1-D019-4F09-B0C6-E42665498BCD}" destId="{2F7A8BE2-DFB4-42AF-B953-A60C502FDB07}" srcOrd="1" destOrd="0" presId="urn:microsoft.com/office/officeart/2005/8/layout/list1"/>
    <dgm:cxn modelId="{CD7228BB-47E7-45D8-9BD1-1F2CB771FCA8}" type="presParOf" srcId="{3D8F07DF-E79F-4FA6-A0B5-889498A2F0F0}" destId="{7834F887-F2D1-4C23-B0F7-C107CC2A27E7}" srcOrd="1" destOrd="0" presId="urn:microsoft.com/office/officeart/2005/8/layout/list1"/>
    <dgm:cxn modelId="{B1BA9802-8913-47F1-B9D0-EBCE7CA48ED1}" type="presParOf" srcId="{3D8F07DF-E79F-4FA6-A0B5-889498A2F0F0}" destId="{F114CD14-4ABD-4DC2-BD94-D8D33C1F4676}" srcOrd="2" destOrd="0" presId="urn:microsoft.com/office/officeart/2005/8/layout/list1"/>
    <dgm:cxn modelId="{B0DAC8BF-A24A-4084-97DB-13C7483BD954}" type="presParOf" srcId="{3D8F07DF-E79F-4FA6-A0B5-889498A2F0F0}" destId="{2B6A5EF8-3D2B-4250-85BA-ABA2038423A6}" srcOrd="3" destOrd="0" presId="urn:microsoft.com/office/officeart/2005/8/layout/list1"/>
    <dgm:cxn modelId="{92686E55-B11F-44FC-83F2-19502CEF77F0}" type="presParOf" srcId="{3D8F07DF-E79F-4FA6-A0B5-889498A2F0F0}" destId="{3C4A3D73-27AF-46DC-8143-66CBAC3CB089}" srcOrd="4" destOrd="0" presId="urn:microsoft.com/office/officeart/2005/8/layout/list1"/>
    <dgm:cxn modelId="{CC2B3306-3A25-4395-9DD6-5484CDAF9E6E}" type="presParOf" srcId="{3C4A3D73-27AF-46DC-8143-66CBAC3CB089}" destId="{2D497AA1-0E58-4E3D-A3F6-BBB94635F6B2}" srcOrd="0" destOrd="0" presId="urn:microsoft.com/office/officeart/2005/8/layout/list1"/>
    <dgm:cxn modelId="{18BDDEA1-973C-487A-8A84-AAC0E0F4A3EC}" type="presParOf" srcId="{3C4A3D73-27AF-46DC-8143-66CBAC3CB089}" destId="{6C12F6CC-0B9B-415D-8550-BFD930D15036}" srcOrd="1" destOrd="0" presId="urn:microsoft.com/office/officeart/2005/8/layout/list1"/>
    <dgm:cxn modelId="{A71DFA95-CC13-43CB-A0C7-FD8C145FBC75}" type="presParOf" srcId="{3D8F07DF-E79F-4FA6-A0B5-889498A2F0F0}" destId="{1697C879-D87A-422D-AD39-64F66BB58B38}" srcOrd="5" destOrd="0" presId="urn:microsoft.com/office/officeart/2005/8/layout/list1"/>
    <dgm:cxn modelId="{111563E0-A8D3-4EAF-A7DE-3A3097918C63}" type="presParOf" srcId="{3D8F07DF-E79F-4FA6-A0B5-889498A2F0F0}" destId="{42279A1C-55EC-4D41-B319-4291EE837A81}" srcOrd="6" destOrd="0" presId="urn:microsoft.com/office/officeart/2005/8/layout/list1"/>
    <dgm:cxn modelId="{E7784ECE-59CE-49AF-B7D2-826AD9D64F26}" type="presParOf" srcId="{3D8F07DF-E79F-4FA6-A0B5-889498A2F0F0}" destId="{D6D523D0-C4DD-4383-8EA1-DFD1A828751B}" srcOrd="7" destOrd="0" presId="urn:microsoft.com/office/officeart/2005/8/layout/list1"/>
    <dgm:cxn modelId="{0E54659F-43E0-41B0-8517-01D35A37AAA0}" type="presParOf" srcId="{3D8F07DF-E79F-4FA6-A0B5-889498A2F0F0}" destId="{DAC0B039-1525-4F2D-88E9-E0AFDB5987C6}" srcOrd="8" destOrd="0" presId="urn:microsoft.com/office/officeart/2005/8/layout/list1"/>
    <dgm:cxn modelId="{EE565D23-21B2-4895-95B6-ECD001B51879}" type="presParOf" srcId="{DAC0B039-1525-4F2D-88E9-E0AFDB5987C6}" destId="{6C6BCA13-4EB4-46F9-91AD-4AEF0702C193}" srcOrd="0" destOrd="0" presId="urn:microsoft.com/office/officeart/2005/8/layout/list1"/>
    <dgm:cxn modelId="{580F4AE7-AB39-4DAA-91E4-D2D30FCE3EE0}" type="presParOf" srcId="{DAC0B039-1525-4F2D-88E9-E0AFDB5987C6}" destId="{9EC55334-3AE5-4BE8-94E0-DBCB339076A1}" srcOrd="1" destOrd="0" presId="urn:microsoft.com/office/officeart/2005/8/layout/list1"/>
    <dgm:cxn modelId="{EA1C24DB-753C-4D0C-A772-AC598BF3A81F}" type="presParOf" srcId="{3D8F07DF-E79F-4FA6-A0B5-889498A2F0F0}" destId="{FAA69A15-9F8E-4021-AD3B-197C689D658B}" srcOrd="9" destOrd="0" presId="urn:microsoft.com/office/officeart/2005/8/layout/list1"/>
    <dgm:cxn modelId="{AC19595E-A7A7-4E2E-BCC9-0619EF15245B}" type="presParOf" srcId="{3D8F07DF-E79F-4FA6-A0B5-889498A2F0F0}" destId="{1F10155D-29A3-4E55-8A57-3E2840077D34}" srcOrd="10" destOrd="0" presId="urn:microsoft.com/office/officeart/2005/8/layout/list1"/>
    <dgm:cxn modelId="{DA6E72C8-B5C7-4B19-B727-A70D235D4336}" type="presParOf" srcId="{3D8F07DF-E79F-4FA6-A0B5-889498A2F0F0}" destId="{81C045DE-35DF-4BD7-8B8F-042D63BD4907}" srcOrd="11" destOrd="0" presId="urn:microsoft.com/office/officeart/2005/8/layout/list1"/>
    <dgm:cxn modelId="{354034B6-806F-4E4A-A18C-93C46034657B}" type="presParOf" srcId="{3D8F07DF-E79F-4FA6-A0B5-889498A2F0F0}" destId="{7BCB9133-00B9-4AB5-A84F-36CCEE8AF109}" srcOrd="12" destOrd="0" presId="urn:microsoft.com/office/officeart/2005/8/layout/list1"/>
    <dgm:cxn modelId="{60EB4589-26BC-4462-87BB-CB2FE554748B}" type="presParOf" srcId="{7BCB9133-00B9-4AB5-A84F-36CCEE8AF109}" destId="{A2592E4A-D1AF-47C6-981A-4827C3538E7E}" srcOrd="0" destOrd="0" presId="urn:microsoft.com/office/officeart/2005/8/layout/list1"/>
    <dgm:cxn modelId="{AB2CBBCB-FB2F-4FD2-8475-33EB6C8DFC3C}" type="presParOf" srcId="{7BCB9133-00B9-4AB5-A84F-36CCEE8AF109}" destId="{CCA5CA1B-F757-4EE7-9E20-A64D2F69B362}" srcOrd="1" destOrd="0" presId="urn:microsoft.com/office/officeart/2005/8/layout/list1"/>
    <dgm:cxn modelId="{42EC3EBF-7F09-4653-8AB3-D0710F5B27A8}" type="presParOf" srcId="{3D8F07DF-E79F-4FA6-A0B5-889498A2F0F0}" destId="{D746EADB-E676-4538-AF49-28F52492AD00}" srcOrd="13" destOrd="0" presId="urn:microsoft.com/office/officeart/2005/8/layout/list1"/>
    <dgm:cxn modelId="{64409F72-94EF-45A7-8219-A0B7559A872C}" type="presParOf" srcId="{3D8F07DF-E79F-4FA6-A0B5-889498A2F0F0}" destId="{AA21E59A-1879-4DCC-A72C-7BEB126D7D6F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8C6864-0861-4A34-B51E-02CC12C0360E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681A5D57-2A56-4E2A-B844-388D43FE6540}">
      <dgm:prSet phldrT="[Testo]"/>
      <dgm:spPr/>
      <dgm:t>
        <a:bodyPr/>
        <a:lstStyle/>
        <a:p>
          <a:r>
            <a:rPr lang="it-IT" dirty="0" err="1"/>
            <a:t>Regression</a:t>
          </a:r>
          <a:endParaRPr lang="it-IT" dirty="0"/>
        </a:p>
      </dgm:t>
    </dgm:pt>
    <dgm:pt modelId="{4B442E49-EAAE-44FD-A939-77B7815F2CDE}" type="parTrans" cxnId="{C14120FE-9269-4282-B9AC-4D2414127A2A}">
      <dgm:prSet/>
      <dgm:spPr/>
      <dgm:t>
        <a:bodyPr/>
        <a:lstStyle/>
        <a:p>
          <a:endParaRPr lang="it-IT"/>
        </a:p>
      </dgm:t>
    </dgm:pt>
    <dgm:pt modelId="{9BCFB3EB-6F67-4835-B541-BED526C7E5DC}" type="sibTrans" cxnId="{C14120FE-9269-4282-B9AC-4D2414127A2A}">
      <dgm:prSet/>
      <dgm:spPr/>
      <dgm:t>
        <a:bodyPr/>
        <a:lstStyle/>
        <a:p>
          <a:endParaRPr lang="it-IT"/>
        </a:p>
      </dgm:t>
    </dgm:pt>
    <dgm:pt modelId="{51A12079-C963-4611-9390-637959F79AD7}">
      <dgm:prSet phldrT="[Testo]"/>
      <dgm:spPr/>
      <dgm:t>
        <a:bodyPr/>
        <a:lstStyle/>
        <a:p>
          <a:r>
            <a:rPr lang="it-IT" dirty="0" err="1"/>
            <a:t>Classification</a:t>
          </a:r>
          <a:endParaRPr lang="it-IT" dirty="0"/>
        </a:p>
      </dgm:t>
    </dgm:pt>
    <dgm:pt modelId="{F3CCC6B6-19A7-4A82-9932-7453C7708EE1}" type="parTrans" cxnId="{9D432D89-FF71-4329-BD52-F60EE96B69C6}">
      <dgm:prSet/>
      <dgm:spPr/>
      <dgm:t>
        <a:bodyPr/>
        <a:lstStyle/>
        <a:p>
          <a:endParaRPr lang="it-IT"/>
        </a:p>
      </dgm:t>
    </dgm:pt>
    <dgm:pt modelId="{AB9BB981-B90F-4021-A3FA-9F3D47BA92C5}" type="sibTrans" cxnId="{9D432D89-FF71-4329-BD52-F60EE96B69C6}">
      <dgm:prSet/>
      <dgm:spPr/>
      <dgm:t>
        <a:bodyPr/>
        <a:lstStyle/>
        <a:p>
          <a:endParaRPr lang="it-IT"/>
        </a:p>
      </dgm:t>
    </dgm:pt>
    <dgm:pt modelId="{58BEEB73-AB1C-4D9F-9AC4-2C04230633F4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For each training row you have a true </a:t>
          </a:r>
          <a:r>
            <a:rPr lang="en-US" b="1" dirty="0"/>
            <a:t>value</a:t>
          </a:r>
          <a:r>
            <a:rPr lang="en-US" dirty="0"/>
            <a:t> and a predicted one</a:t>
          </a:r>
          <a:endParaRPr lang="it-IT" dirty="0"/>
        </a:p>
      </dgm:t>
    </dgm:pt>
    <dgm:pt modelId="{0378DBDA-0115-4CFE-8D3E-94316B1389D0}" type="parTrans" cxnId="{E528BD49-70DF-4454-AC18-2B70F2D1454F}">
      <dgm:prSet/>
      <dgm:spPr/>
      <dgm:t>
        <a:bodyPr/>
        <a:lstStyle/>
        <a:p>
          <a:endParaRPr lang="it-IT"/>
        </a:p>
      </dgm:t>
    </dgm:pt>
    <dgm:pt modelId="{227729C9-1EA2-44EE-B1CB-3F0B891CBE9D}" type="sibTrans" cxnId="{E528BD49-70DF-4454-AC18-2B70F2D1454F}">
      <dgm:prSet/>
      <dgm:spPr/>
      <dgm:t>
        <a:bodyPr/>
        <a:lstStyle/>
        <a:p>
          <a:endParaRPr lang="it-IT"/>
        </a:p>
      </dgm:t>
    </dgm:pt>
    <dgm:pt modelId="{58F6D982-AA54-400F-8642-5AA2DBD3665D}">
      <dgm:prSet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b="0" dirty="0"/>
            <a:t>Root Mean Squared Error </a:t>
          </a:r>
          <a:r>
            <a:rPr lang="en-US" b="0" i="1" dirty="0"/>
            <a:t>– RMSE</a:t>
          </a:r>
          <a:endParaRPr lang="en-US" b="0" dirty="0"/>
        </a:p>
      </dgm:t>
    </dgm:pt>
    <dgm:pt modelId="{0CE5226C-5EEA-4074-B720-46AC1B8F93C2}" type="parTrans" cxnId="{75C1E8C9-2D47-42D1-8831-8AD319BCD71B}">
      <dgm:prSet/>
      <dgm:spPr/>
      <dgm:t>
        <a:bodyPr/>
        <a:lstStyle/>
        <a:p>
          <a:endParaRPr lang="it-IT"/>
        </a:p>
      </dgm:t>
    </dgm:pt>
    <dgm:pt modelId="{C0C5774F-A450-4C02-8241-C3B78F97B1A7}" type="sibTrans" cxnId="{75C1E8C9-2D47-42D1-8831-8AD319BCD71B}">
      <dgm:prSet/>
      <dgm:spPr/>
      <dgm:t>
        <a:bodyPr/>
        <a:lstStyle/>
        <a:p>
          <a:endParaRPr lang="it-IT"/>
        </a:p>
      </dgm:t>
    </dgm:pt>
    <dgm:pt modelId="{45D25B12-5DF9-4C3E-83E3-EEB2F96F052D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You can easily calculate the error made for each prediction</a:t>
          </a:r>
          <a:endParaRPr lang="it-IT" dirty="0"/>
        </a:p>
      </dgm:t>
    </dgm:pt>
    <dgm:pt modelId="{D68CBECA-6F3D-47FD-BA89-3CBE824C84D0}" type="parTrans" cxnId="{11DEC591-5A95-4FFF-896E-2CA16C1072C7}">
      <dgm:prSet/>
      <dgm:spPr/>
      <dgm:t>
        <a:bodyPr/>
        <a:lstStyle/>
        <a:p>
          <a:endParaRPr lang="it-IT"/>
        </a:p>
      </dgm:t>
    </dgm:pt>
    <dgm:pt modelId="{4F0DE236-08AC-4B0D-B035-E7D46346783E}" type="sibTrans" cxnId="{11DEC591-5A95-4FFF-896E-2CA16C1072C7}">
      <dgm:prSet/>
      <dgm:spPr/>
      <dgm:t>
        <a:bodyPr/>
        <a:lstStyle/>
        <a:p>
          <a:endParaRPr lang="it-IT"/>
        </a:p>
      </dgm:t>
    </dgm:pt>
    <dgm:pt modelId="{0B3E1FE4-51D0-4650-8F57-A54CA334DCCD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/>
            <a:t>Possible metrics:</a:t>
          </a:r>
          <a:endParaRPr lang="it-IT" dirty="0"/>
        </a:p>
      </dgm:t>
    </dgm:pt>
    <dgm:pt modelId="{49B68D33-CE46-4418-A916-385A11F08892}" type="parTrans" cxnId="{A2152BD5-FC55-450B-A146-AC2B63BC5449}">
      <dgm:prSet/>
      <dgm:spPr/>
      <dgm:t>
        <a:bodyPr/>
        <a:lstStyle/>
        <a:p>
          <a:endParaRPr lang="it-IT"/>
        </a:p>
      </dgm:t>
    </dgm:pt>
    <dgm:pt modelId="{D2B4DF40-8EC3-4FE6-9EAE-1B69B9C4A5FA}" type="sibTrans" cxnId="{A2152BD5-FC55-450B-A146-AC2B63BC5449}">
      <dgm:prSet/>
      <dgm:spPr/>
      <dgm:t>
        <a:bodyPr/>
        <a:lstStyle/>
        <a:p>
          <a:endParaRPr lang="it-IT"/>
        </a:p>
      </dgm:t>
    </dgm:pt>
    <dgm:pt modelId="{0018C499-6401-4EF8-8C53-A75A91FBFF5E}">
      <dgm:prSet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Mean Absolute Error – </a:t>
          </a:r>
          <a:r>
            <a:rPr lang="en-US" i="1" dirty="0"/>
            <a:t>MAE</a:t>
          </a:r>
          <a:endParaRPr lang="en-US" b="0" dirty="0"/>
        </a:p>
      </dgm:t>
    </dgm:pt>
    <dgm:pt modelId="{D55F0CEF-F5B6-437D-8A8C-385C106B0AA3}" type="parTrans" cxnId="{4092C146-C697-41DE-8D3D-7270D5E565B4}">
      <dgm:prSet/>
      <dgm:spPr/>
      <dgm:t>
        <a:bodyPr/>
        <a:lstStyle/>
        <a:p>
          <a:endParaRPr lang="it-IT"/>
        </a:p>
      </dgm:t>
    </dgm:pt>
    <dgm:pt modelId="{66DFE83C-CAFD-429C-94B1-12FD01738094}" type="sibTrans" cxnId="{4092C146-C697-41DE-8D3D-7270D5E565B4}">
      <dgm:prSet/>
      <dgm:spPr/>
      <dgm:t>
        <a:bodyPr/>
        <a:lstStyle/>
        <a:p>
          <a:endParaRPr lang="it-IT"/>
        </a:p>
      </dgm:t>
    </dgm:pt>
    <dgm:pt modelId="{B6FC9A11-24F1-4F52-8176-119ABE8E074C}">
      <dgm:prSet phldrT="[Testo]"/>
      <dgm:spPr/>
      <dgm:t>
        <a:bodyPr/>
        <a:lstStyle/>
        <a:p>
          <a:r>
            <a:rPr lang="en-US" dirty="0"/>
            <a:t>For each training row you have a true </a:t>
          </a:r>
          <a:r>
            <a:rPr lang="en-US" b="1" dirty="0"/>
            <a:t>label</a:t>
          </a:r>
          <a:r>
            <a:rPr lang="en-US" dirty="0"/>
            <a:t> and a predicted one</a:t>
          </a:r>
          <a:endParaRPr lang="it-IT" dirty="0"/>
        </a:p>
      </dgm:t>
    </dgm:pt>
    <dgm:pt modelId="{979B2500-2516-4CF5-9045-79DD86F30820}" type="parTrans" cxnId="{19125F45-FE52-42F1-92C6-2FD56B4B0942}">
      <dgm:prSet/>
      <dgm:spPr/>
      <dgm:t>
        <a:bodyPr/>
        <a:lstStyle/>
        <a:p>
          <a:endParaRPr lang="it-IT"/>
        </a:p>
      </dgm:t>
    </dgm:pt>
    <dgm:pt modelId="{237071A9-968C-463D-9541-1AA0A4D2C0F4}" type="sibTrans" cxnId="{19125F45-FE52-42F1-92C6-2FD56B4B0942}">
      <dgm:prSet/>
      <dgm:spPr/>
      <dgm:t>
        <a:bodyPr/>
        <a:lstStyle/>
        <a:p>
          <a:endParaRPr lang="it-IT"/>
        </a:p>
      </dgm:t>
    </dgm:pt>
    <dgm:pt modelId="{B7E8669A-14B8-4C55-A2C6-FA56BAAF30A9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/>
            <a:t>You can easily calculate if the prediction is correct for each row</a:t>
          </a:r>
          <a:endParaRPr lang="en-GB" dirty="0"/>
        </a:p>
      </dgm:t>
    </dgm:pt>
    <dgm:pt modelId="{DC3124BE-9612-4B8C-AF02-325FE4053485}" type="parTrans" cxnId="{69E3D568-32E7-49C7-8A9A-8143E3579477}">
      <dgm:prSet/>
      <dgm:spPr/>
      <dgm:t>
        <a:bodyPr/>
        <a:lstStyle/>
        <a:p>
          <a:endParaRPr lang="it-IT"/>
        </a:p>
      </dgm:t>
    </dgm:pt>
    <dgm:pt modelId="{1073797D-4984-4AAF-944B-FF0658781421}" type="sibTrans" cxnId="{69E3D568-32E7-49C7-8A9A-8143E3579477}">
      <dgm:prSet/>
      <dgm:spPr/>
      <dgm:t>
        <a:bodyPr/>
        <a:lstStyle/>
        <a:p>
          <a:endParaRPr lang="it-IT"/>
        </a:p>
      </dgm:t>
    </dgm:pt>
    <dgm:pt modelId="{03931102-6631-4757-B085-F1BBC285F06E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Possible metrics:</a:t>
          </a:r>
        </a:p>
      </dgm:t>
    </dgm:pt>
    <dgm:pt modelId="{4AFBB18F-28E1-48B1-BA9D-76EB2439817A}" type="parTrans" cxnId="{23955CC8-35A5-4BD2-A881-00DB7240C623}">
      <dgm:prSet/>
      <dgm:spPr/>
      <dgm:t>
        <a:bodyPr/>
        <a:lstStyle/>
        <a:p>
          <a:endParaRPr lang="it-IT"/>
        </a:p>
      </dgm:t>
    </dgm:pt>
    <dgm:pt modelId="{32156D04-5E1A-4EF8-A1B7-989E8C745FB9}" type="sibTrans" cxnId="{23955CC8-35A5-4BD2-A881-00DB7240C623}">
      <dgm:prSet/>
      <dgm:spPr/>
      <dgm:t>
        <a:bodyPr/>
        <a:lstStyle/>
        <a:p>
          <a:endParaRPr lang="it-IT"/>
        </a:p>
      </dgm:t>
    </dgm:pt>
    <dgm:pt modelId="{9DE33ED4-365F-410B-BB8F-71EA9281AEEA}">
      <dgm:prSet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b="0" dirty="0"/>
            <a:t>Accuracy</a:t>
          </a:r>
          <a:endParaRPr lang="en-US" dirty="0"/>
        </a:p>
      </dgm:t>
    </dgm:pt>
    <dgm:pt modelId="{5F44F3F7-1A14-4AE9-8C81-E5EFAB78609B}" type="parTrans" cxnId="{D83F74EF-9967-4D09-AFF1-BA359B8056EC}">
      <dgm:prSet/>
      <dgm:spPr/>
      <dgm:t>
        <a:bodyPr/>
        <a:lstStyle/>
        <a:p>
          <a:endParaRPr lang="it-IT"/>
        </a:p>
      </dgm:t>
    </dgm:pt>
    <dgm:pt modelId="{8871A5EB-A30C-4C8D-86C0-41D80BD3437D}" type="sibTrans" cxnId="{D83F74EF-9967-4D09-AFF1-BA359B8056EC}">
      <dgm:prSet/>
      <dgm:spPr/>
      <dgm:t>
        <a:bodyPr/>
        <a:lstStyle/>
        <a:p>
          <a:endParaRPr lang="it-IT"/>
        </a:p>
      </dgm:t>
    </dgm:pt>
    <dgm:pt modelId="{7BA472F8-7BD8-4BDC-9230-0F0A07C2B474}">
      <dgm:prSet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b="0" dirty="0"/>
            <a:t>Precision</a:t>
          </a:r>
          <a:endParaRPr lang="en-US" dirty="0"/>
        </a:p>
      </dgm:t>
    </dgm:pt>
    <dgm:pt modelId="{6758B141-A87A-4AF6-9D9A-75C5082AFD0B}" type="parTrans" cxnId="{2D3A1660-4946-4E07-AE49-6A93C2BE2716}">
      <dgm:prSet/>
      <dgm:spPr/>
      <dgm:t>
        <a:bodyPr/>
        <a:lstStyle/>
        <a:p>
          <a:endParaRPr lang="it-IT"/>
        </a:p>
      </dgm:t>
    </dgm:pt>
    <dgm:pt modelId="{39ECEB62-E281-4048-B7B7-B13A1D037A0E}" type="sibTrans" cxnId="{2D3A1660-4946-4E07-AE49-6A93C2BE2716}">
      <dgm:prSet/>
      <dgm:spPr/>
      <dgm:t>
        <a:bodyPr/>
        <a:lstStyle/>
        <a:p>
          <a:endParaRPr lang="it-IT"/>
        </a:p>
      </dgm:t>
    </dgm:pt>
    <dgm:pt modelId="{AF7E33A5-6D00-4178-A542-F3055084884D}">
      <dgm:prSet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b="0" dirty="0"/>
            <a:t>Recall</a:t>
          </a:r>
          <a:endParaRPr lang="en-US" dirty="0"/>
        </a:p>
      </dgm:t>
    </dgm:pt>
    <dgm:pt modelId="{7F6BBC8F-7D94-43ED-8E0F-94F83334BE1D}" type="parTrans" cxnId="{8B849625-F586-4324-B9A4-9F85B8A16958}">
      <dgm:prSet/>
      <dgm:spPr/>
      <dgm:t>
        <a:bodyPr/>
        <a:lstStyle/>
        <a:p>
          <a:endParaRPr lang="it-IT"/>
        </a:p>
      </dgm:t>
    </dgm:pt>
    <dgm:pt modelId="{403D09B2-DC83-43DD-BE83-EA670776C40D}" type="sibTrans" cxnId="{8B849625-F586-4324-B9A4-9F85B8A16958}">
      <dgm:prSet/>
      <dgm:spPr/>
      <dgm:t>
        <a:bodyPr/>
        <a:lstStyle/>
        <a:p>
          <a:endParaRPr lang="it-IT"/>
        </a:p>
      </dgm:t>
    </dgm:pt>
    <dgm:pt modelId="{C8426342-0FED-4138-A5E5-78FDF6772F9B}" type="pres">
      <dgm:prSet presAssocID="{FE8C6864-0861-4A34-B51E-02CC12C0360E}" presName="linear" presStyleCnt="0">
        <dgm:presLayoutVars>
          <dgm:dir/>
          <dgm:animLvl val="lvl"/>
          <dgm:resizeHandles val="exact"/>
        </dgm:presLayoutVars>
      </dgm:prSet>
      <dgm:spPr/>
    </dgm:pt>
    <dgm:pt modelId="{3F686042-2C5F-48BA-BF10-A12511516D76}" type="pres">
      <dgm:prSet presAssocID="{681A5D57-2A56-4E2A-B844-388D43FE6540}" presName="parentLin" presStyleCnt="0"/>
      <dgm:spPr/>
    </dgm:pt>
    <dgm:pt modelId="{E31F2731-E8CE-4F8F-989B-BE42637CF56D}" type="pres">
      <dgm:prSet presAssocID="{681A5D57-2A56-4E2A-B844-388D43FE6540}" presName="parentLeftMargin" presStyleLbl="node1" presStyleIdx="0" presStyleCnt="2"/>
      <dgm:spPr/>
    </dgm:pt>
    <dgm:pt modelId="{E5A5B2EC-6490-45F2-99A8-CE201FF0306D}" type="pres">
      <dgm:prSet presAssocID="{681A5D57-2A56-4E2A-B844-388D43FE654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47A00F2-2F4C-470F-AF7B-D3211FA5752F}" type="pres">
      <dgm:prSet presAssocID="{681A5D57-2A56-4E2A-B844-388D43FE6540}" presName="negativeSpace" presStyleCnt="0"/>
      <dgm:spPr/>
    </dgm:pt>
    <dgm:pt modelId="{13DA7D01-0589-4846-BA69-41E9270A68D3}" type="pres">
      <dgm:prSet presAssocID="{681A5D57-2A56-4E2A-B844-388D43FE6540}" presName="childText" presStyleLbl="conFgAcc1" presStyleIdx="0" presStyleCnt="2">
        <dgm:presLayoutVars>
          <dgm:bulletEnabled val="1"/>
        </dgm:presLayoutVars>
      </dgm:prSet>
      <dgm:spPr/>
    </dgm:pt>
    <dgm:pt modelId="{8BBB1CE9-565D-40F4-B564-AF5738D3BE80}" type="pres">
      <dgm:prSet presAssocID="{9BCFB3EB-6F67-4835-B541-BED526C7E5DC}" presName="spaceBetweenRectangles" presStyleCnt="0"/>
      <dgm:spPr/>
    </dgm:pt>
    <dgm:pt modelId="{AA8AB5AC-D49E-44D7-9CE8-091B7E0C3905}" type="pres">
      <dgm:prSet presAssocID="{51A12079-C963-4611-9390-637959F79AD7}" presName="parentLin" presStyleCnt="0"/>
      <dgm:spPr/>
    </dgm:pt>
    <dgm:pt modelId="{03C2798B-43A6-4071-A14A-7B5C24472418}" type="pres">
      <dgm:prSet presAssocID="{51A12079-C963-4611-9390-637959F79AD7}" presName="parentLeftMargin" presStyleLbl="node1" presStyleIdx="0" presStyleCnt="2"/>
      <dgm:spPr/>
    </dgm:pt>
    <dgm:pt modelId="{94169E15-61FE-43E9-8C94-922C78BA8C3F}" type="pres">
      <dgm:prSet presAssocID="{51A12079-C963-4611-9390-637959F79AD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C30EBF6-4001-4E23-832E-9573ECE24727}" type="pres">
      <dgm:prSet presAssocID="{51A12079-C963-4611-9390-637959F79AD7}" presName="negativeSpace" presStyleCnt="0"/>
      <dgm:spPr/>
    </dgm:pt>
    <dgm:pt modelId="{34F45C63-0D6D-4137-8EB8-07AD0F1DFB00}" type="pres">
      <dgm:prSet presAssocID="{51A12079-C963-4611-9390-637959F79AD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43A5A02-45AD-4D47-B066-523FF9DAC19A}" type="presOf" srcId="{7BA472F8-7BD8-4BDC-9230-0F0A07C2B474}" destId="{34F45C63-0D6D-4137-8EB8-07AD0F1DFB00}" srcOrd="0" destOrd="4" presId="urn:microsoft.com/office/officeart/2005/8/layout/list1"/>
    <dgm:cxn modelId="{1140BB03-1A77-4464-82BA-00BC664704AB}" type="presOf" srcId="{51A12079-C963-4611-9390-637959F79AD7}" destId="{94169E15-61FE-43E9-8C94-922C78BA8C3F}" srcOrd="1" destOrd="0" presId="urn:microsoft.com/office/officeart/2005/8/layout/list1"/>
    <dgm:cxn modelId="{54ED7210-2A9D-4C90-8263-3E6F9193FF48}" type="presOf" srcId="{45D25B12-5DF9-4C3E-83E3-EEB2F96F052D}" destId="{13DA7D01-0589-4846-BA69-41E9270A68D3}" srcOrd="0" destOrd="1" presId="urn:microsoft.com/office/officeart/2005/8/layout/list1"/>
    <dgm:cxn modelId="{16F96B1D-7EBE-4767-BDD8-CDA1431A7C4A}" type="presOf" srcId="{B7E8669A-14B8-4C55-A2C6-FA56BAAF30A9}" destId="{34F45C63-0D6D-4137-8EB8-07AD0F1DFB00}" srcOrd="0" destOrd="1" presId="urn:microsoft.com/office/officeart/2005/8/layout/list1"/>
    <dgm:cxn modelId="{F9C5061E-5A01-4B57-A1F9-CEAA6AFC33CE}" type="presOf" srcId="{B6FC9A11-24F1-4F52-8176-119ABE8E074C}" destId="{34F45C63-0D6D-4137-8EB8-07AD0F1DFB00}" srcOrd="0" destOrd="0" presId="urn:microsoft.com/office/officeart/2005/8/layout/list1"/>
    <dgm:cxn modelId="{8B849625-F586-4324-B9A4-9F85B8A16958}" srcId="{03931102-6631-4757-B085-F1BBC285F06E}" destId="{AF7E33A5-6D00-4178-A542-F3055084884D}" srcOrd="2" destOrd="0" parTransId="{7F6BBC8F-7D94-43ED-8E0F-94F83334BE1D}" sibTransId="{403D09B2-DC83-43DD-BE83-EA670776C40D}"/>
    <dgm:cxn modelId="{806A1837-AB01-4E22-AFEC-BF62E81C675A}" type="presOf" srcId="{51A12079-C963-4611-9390-637959F79AD7}" destId="{03C2798B-43A6-4071-A14A-7B5C24472418}" srcOrd="0" destOrd="0" presId="urn:microsoft.com/office/officeart/2005/8/layout/list1"/>
    <dgm:cxn modelId="{2D3A1660-4946-4E07-AE49-6A93C2BE2716}" srcId="{03931102-6631-4757-B085-F1BBC285F06E}" destId="{7BA472F8-7BD8-4BDC-9230-0F0A07C2B474}" srcOrd="1" destOrd="0" parTransId="{6758B141-A87A-4AF6-9D9A-75C5082AFD0B}" sibTransId="{39ECEB62-E281-4048-B7B7-B13A1D037A0E}"/>
    <dgm:cxn modelId="{DE0A3D41-77C6-4E04-818B-A1E61103E501}" type="presOf" srcId="{0018C499-6401-4EF8-8C53-A75A91FBFF5E}" destId="{13DA7D01-0589-4846-BA69-41E9270A68D3}" srcOrd="0" destOrd="4" presId="urn:microsoft.com/office/officeart/2005/8/layout/list1"/>
    <dgm:cxn modelId="{19125F45-FE52-42F1-92C6-2FD56B4B0942}" srcId="{51A12079-C963-4611-9390-637959F79AD7}" destId="{B6FC9A11-24F1-4F52-8176-119ABE8E074C}" srcOrd="0" destOrd="0" parTransId="{979B2500-2516-4CF5-9045-79DD86F30820}" sibTransId="{237071A9-968C-463D-9541-1AA0A4D2C0F4}"/>
    <dgm:cxn modelId="{4092C146-C697-41DE-8D3D-7270D5E565B4}" srcId="{0B3E1FE4-51D0-4650-8F57-A54CA334DCCD}" destId="{0018C499-6401-4EF8-8C53-A75A91FBFF5E}" srcOrd="1" destOrd="0" parTransId="{D55F0CEF-F5B6-437D-8A8C-385C106B0AA3}" sibTransId="{66DFE83C-CAFD-429C-94B1-12FD01738094}"/>
    <dgm:cxn modelId="{69E3D568-32E7-49C7-8A9A-8143E3579477}" srcId="{51A12079-C963-4611-9390-637959F79AD7}" destId="{B7E8669A-14B8-4C55-A2C6-FA56BAAF30A9}" srcOrd="1" destOrd="0" parTransId="{DC3124BE-9612-4B8C-AF02-325FE4053485}" sibTransId="{1073797D-4984-4AAF-944B-FF0658781421}"/>
    <dgm:cxn modelId="{E528BD49-70DF-4454-AC18-2B70F2D1454F}" srcId="{681A5D57-2A56-4E2A-B844-388D43FE6540}" destId="{58BEEB73-AB1C-4D9F-9AC4-2C04230633F4}" srcOrd="0" destOrd="0" parTransId="{0378DBDA-0115-4CFE-8D3E-94316B1389D0}" sibTransId="{227729C9-1EA2-44EE-B1CB-3F0B891CBE9D}"/>
    <dgm:cxn modelId="{9D432D89-FF71-4329-BD52-F60EE96B69C6}" srcId="{FE8C6864-0861-4A34-B51E-02CC12C0360E}" destId="{51A12079-C963-4611-9390-637959F79AD7}" srcOrd="1" destOrd="0" parTransId="{F3CCC6B6-19A7-4A82-9932-7453C7708EE1}" sibTransId="{AB9BB981-B90F-4021-A3FA-9F3D47BA92C5}"/>
    <dgm:cxn modelId="{1958AA8C-55C7-4895-9695-1B42277BB02C}" type="presOf" srcId="{FE8C6864-0861-4A34-B51E-02CC12C0360E}" destId="{C8426342-0FED-4138-A5E5-78FDF6772F9B}" srcOrd="0" destOrd="0" presId="urn:microsoft.com/office/officeart/2005/8/layout/list1"/>
    <dgm:cxn modelId="{FCCE9790-21ED-4BEF-BBCC-A6CE8F1C8D73}" type="presOf" srcId="{03931102-6631-4757-B085-F1BBC285F06E}" destId="{34F45C63-0D6D-4137-8EB8-07AD0F1DFB00}" srcOrd="0" destOrd="2" presId="urn:microsoft.com/office/officeart/2005/8/layout/list1"/>
    <dgm:cxn modelId="{F42A0B91-1A16-4751-B21F-AFF3DBA9851F}" type="presOf" srcId="{0B3E1FE4-51D0-4650-8F57-A54CA334DCCD}" destId="{13DA7D01-0589-4846-BA69-41E9270A68D3}" srcOrd="0" destOrd="2" presId="urn:microsoft.com/office/officeart/2005/8/layout/list1"/>
    <dgm:cxn modelId="{11DEC591-5A95-4FFF-896E-2CA16C1072C7}" srcId="{681A5D57-2A56-4E2A-B844-388D43FE6540}" destId="{45D25B12-5DF9-4C3E-83E3-EEB2F96F052D}" srcOrd="1" destOrd="0" parTransId="{D68CBECA-6F3D-47FD-BA89-3CBE824C84D0}" sibTransId="{4F0DE236-08AC-4B0D-B035-E7D46346783E}"/>
    <dgm:cxn modelId="{B95E77BC-C0ED-4ACF-9CC0-A47415BFD80C}" type="presOf" srcId="{AF7E33A5-6D00-4178-A542-F3055084884D}" destId="{34F45C63-0D6D-4137-8EB8-07AD0F1DFB00}" srcOrd="0" destOrd="5" presId="urn:microsoft.com/office/officeart/2005/8/layout/list1"/>
    <dgm:cxn modelId="{23955CC8-35A5-4BD2-A881-00DB7240C623}" srcId="{51A12079-C963-4611-9390-637959F79AD7}" destId="{03931102-6631-4757-B085-F1BBC285F06E}" srcOrd="2" destOrd="0" parTransId="{4AFBB18F-28E1-48B1-BA9D-76EB2439817A}" sibTransId="{32156D04-5E1A-4EF8-A1B7-989E8C745FB9}"/>
    <dgm:cxn modelId="{75C1E8C9-2D47-42D1-8831-8AD319BCD71B}" srcId="{0B3E1FE4-51D0-4650-8F57-A54CA334DCCD}" destId="{58F6D982-AA54-400F-8642-5AA2DBD3665D}" srcOrd="0" destOrd="0" parTransId="{0CE5226C-5EEA-4074-B720-46AC1B8F93C2}" sibTransId="{C0C5774F-A450-4C02-8241-C3B78F97B1A7}"/>
    <dgm:cxn modelId="{EA81E4CD-7BE5-4C9A-A037-654F84685582}" type="presOf" srcId="{58BEEB73-AB1C-4D9F-9AC4-2C04230633F4}" destId="{13DA7D01-0589-4846-BA69-41E9270A68D3}" srcOrd="0" destOrd="0" presId="urn:microsoft.com/office/officeart/2005/8/layout/list1"/>
    <dgm:cxn modelId="{A2152BD5-FC55-450B-A146-AC2B63BC5449}" srcId="{681A5D57-2A56-4E2A-B844-388D43FE6540}" destId="{0B3E1FE4-51D0-4650-8F57-A54CA334DCCD}" srcOrd="2" destOrd="0" parTransId="{49B68D33-CE46-4418-A916-385A11F08892}" sibTransId="{D2B4DF40-8EC3-4FE6-9EAE-1B69B9C4A5FA}"/>
    <dgm:cxn modelId="{B09D8DD8-D4EA-457B-B266-44FFFA0BEC62}" type="presOf" srcId="{9DE33ED4-365F-410B-BB8F-71EA9281AEEA}" destId="{34F45C63-0D6D-4137-8EB8-07AD0F1DFB00}" srcOrd="0" destOrd="3" presId="urn:microsoft.com/office/officeart/2005/8/layout/list1"/>
    <dgm:cxn modelId="{67BFC3E0-7AE1-4884-8CE3-7E3BF6A1F732}" type="presOf" srcId="{681A5D57-2A56-4E2A-B844-388D43FE6540}" destId="{E5A5B2EC-6490-45F2-99A8-CE201FF0306D}" srcOrd="1" destOrd="0" presId="urn:microsoft.com/office/officeart/2005/8/layout/list1"/>
    <dgm:cxn modelId="{A40680E1-3D7D-4AD7-A4EC-7602485D737A}" type="presOf" srcId="{58F6D982-AA54-400F-8642-5AA2DBD3665D}" destId="{13DA7D01-0589-4846-BA69-41E9270A68D3}" srcOrd="0" destOrd="3" presId="urn:microsoft.com/office/officeart/2005/8/layout/list1"/>
    <dgm:cxn modelId="{D83F74EF-9967-4D09-AFF1-BA359B8056EC}" srcId="{03931102-6631-4757-B085-F1BBC285F06E}" destId="{9DE33ED4-365F-410B-BB8F-71EA9281AEEA}" srcOrd="0" destOrd="0" parTransId="{5F44F3F7-1A14-4AE9-8C81-E5EFAB78609B}" sibTransId="{8871A5EB-A30C-4C8D-86C0-41D80BD3437D}"/>
    <dgm:cxn modelId="{4D9BD2FA-2CC2-4CFB-99D7-B040E8FF370C}" type="presOf" srcId="{681A5D57-2A56-4E2A-B844-388D43FE6540}" destId="{E31F2731-E8CE-4F8F-989B-BE42637CF56D}" srcOrd="0" destOrd="0" presId="urn:microsoft.com/office/officeart/2005/8/layout/list1"/>
    <dgm:cxn modelId="{C14120FE-9269-4282-B9AC-4D2414127A2A}" srcId="{FE8C6864-0861-4A34-B51E-02CC12C0360E}" destId="{681A5D57-2A56-4E2A-B844-388D43FE6540}" srcOrd="0" destOrd="0" parTransId="{4B442E49-EAAE-44FD-A939-77B7815F2CDE}" sibTransId="{9BCFB3EB-6F67-4835-B541-BED526C7E5DC}"/>
    <dgm:cxn modelId="{4C4C3115-9568-436F-A21C-CDF1098F2EAC}" type="presParOf" srcId="{C8426342-0FED-4138-A5E5-78FDF6772F9B}" destId="{3F686042-2C5F-48BA-BF10-A12511516D76}" srcOrd="0" destOrd="0" presId="urn:microsoft.com/office/officeart/2005/8/layout/list1"/>
    <dgm:cxn modelId="{B9EF1752-E164-4CF9-9673-5396CE12FD52}" type="presParOf" srcId="{3F686042-2C5F-48BA-BF10-A12511516D76}" destId="{E31F2731-E8CE-4F8F-989B-BE42637CF56D}" srcOrd="0" destOrd="0" presId="urn:microsoft.com/office/officeart/2005/8/layout/list1"/>
    <dgm:cxn modelId="{5AB4FC35-0432-451A-9CFF-6846E77BAF55}" type="presParOf" srcId="{3F686042-2C5F-48BA-BF10-A12511516D76}" destId="{E5A5B2EC-6490-45F2-99A8-CE201FF0306D}" srcOrd="1" destOrd="0" presId="urn:microsoft.com/office/officeart/2005/8/layout/list1"/>
    <dgm:cxn modelId="{7AA1E5B9-B78C-43F0-93AE-48396CF43FAB}" type="presParOf" srcId="{C8426342-0FED-4138-A5E5-78FDF6772F9B}" destId="{447A00F2-2F4C-470F-AF7B-D3211FA5752F}" srcOrd="1" destOrd="0" presId="urn:microsoft.com/office/officeart/2005/8/layout/list1"/>
    <dgm:cxn modelId="{E9DCC8F0-855D-46A6-B6C8-8AAB08D82B13}" type="presParOf" srcId="{C8426342-0FED-4138-A5E5-78FDF6772F9B}" destId="{13DA7D01-0589-4846-BA69-41E9270A68D3}" srcOrd="2" destOrd="0" presId="urn:microsoft.com/office/officeart/2005/8/layout/list1"/>
    <dgm:cxn modelId="{DC164697-F049-481A-8EF5-B388DC70E359}" type="presParOf" srcId="{C8426342-0FED-4138-A5E5-78FDF6772F9B}" destId="{8BBB1CE9-565D-40F4-B564-AF5738D3BE80}" srcOrd="3" destOrd="0" presId="urn:microsoft.com/office/officeart/2005/8/layout/list1"/>
    <dgm:cxn modelId="{6201D4E3-BCD0-44F8-BCE3-383912B37CA7}" type="presParOf" srcId="{C8426342-0FED-4138-A5E5-78FDF6772F9B}" destId="{AA8AB5AC-D49E-44D7-9CE8-091B7E0C3905}" srcOrd="4" destOrd="0" presId="urn:microsoft.com/office/officeart/2005/8/layout/list1"/>
    <dgm:cxn modelId="{6685999A-05AA-4DA1-8246-10D722796E85}" type="presParOf" srcId="{AA8AB5AC-D49E-44D7-9CE8-091B7E0C3905}" destId="{03C2798B-43A6-4071-A14A-7B5C24472418}" srcOrd="0" destOrd="0" presId="urn:microsoft.com/office/officeart/2005/8/layout/list1"/>
    <dgm:cxn modelId="{14AC4EBE-A76F-4EE4-B23D-EB14E2E1F9D5}" type="presParOf" srcId="{AA8AB5AC-D49E-44D7-9CE8-091B7E0C3905}" destId="{94169E15-61FE-43E9-8C94-922C78BA8C3F}" srcOrd="1" destOrd="0" presId="urn:microsoft.com/office/officeart/2005/8/layout/list1"/>
    <dgm:cxn modelId="{28209C75-7EE7-4E1E-B932-5BDDBB18FF39}" type="presParOf" srcId="{C8426342-0FED-4138-A5E5-78FDF6772F9B}" destId="{AC30EBF6-4001-4E23-832E-9573ECE24727}" srcOrd="5" destOrd="0" presId="urn:microsoft.com/office/officeart/2005/8/layout/list1"/>
    <dgm:cxn modelId="{C0E563F6-C820-4E3C-A750-594A703FB3D2}" type="presParOf" srcId="{C8426342-0FED-4138-A5E5-78FDF6772F9B}" destId="{34F45C63-0D6D-4137-8EB8-07AD0F1DFB0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8703BA-1D08-4FA0-B1F2-4068CF4D10CC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0D1320C3-7156-491E-B6AE-13765F4B2A2A}">
      <dgm:prSet phldrT="[Testo]"/>
      <dgm:spPr/>
      <dgm:t>
        <a:bodyPr/>
        <a:lstStyle/>
        <a:p>
          <a:r>
            <a:rPr lang="it-IT" dirty="0" err="1"/>
            <a:t>Classification</a:t>
          </a:r>
          <a:endParaRPr lang="it-IT" dirty="0"/>
        </a:p>
      </dgm:t>
    </dgm:pt>
    <dgm:pt modelId="{37AEE484-BF37-4BE4-ACA9-D6EFE0F9BAE7}" type="parTrans" cxnId="{258B37D9-0925-4960-9174-3420FA6092C0}">
      <dgm:prSet/>
      <dgm:spPr/>
      <dgm:t>
        <a:bodyPr/>
        <a:lstStyle/>
        <a:p>
          <a:endParaRPr lang="it-IT"/>
        </a:p>
      </dgm:t>
    </dgm:pt>
    <dgm:pt modelId="{A7CC3AF6-246F-453E-A214-366758B99E22}" type="sibTrans" cxnId="{258B37D9-0925-4960-9174-3420FA6092C0}">
      <dgm:prSet/>
      <dgm:spPr/>
      <dgm:t>
        <a:bodyPr/>
        <a:lstStyle/>
        <a:p>
          <a:endParaRPr lang="it-IT"/>
        </a:p>
      </dgm:t>
    </dgm:pt>
    <dgm:pt modelId="{3AC111B8-38B8-4347-A7BA-5A31A62E4043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dirty="0"/>
            <a:t>Email spam </a:t>
          </a:r>
          <a:r>
            <a:rPr lang="it-IT" dirty="0" err="1"/>
            <a:t>detection</a:t>
          </a:r>
          <a:endParaRPr lang="it-IT" dirty="0"/>
        </a:p>
      </dgm:t>
    </dgm:pt>
    <dgm:pt modelId="{61C49849-1744-4542-BCAD-2631493B502A}" type="parTrans" cxnId="{09F89319-5990-4745-BE12-0B59DB231111}">
      <dgm:prSet/>
      <dgm:spPr/>
      <dgm:t>
        <a:bodyPr/>
        <a:lstStyle/>
        <a:p>
          <a:endParaRPr lang="it-IT"/>
        </a:p>
      </dgm:t>
    </dgm:pt>
    <dgm:pt modelId="{02838F09-9116-47A9-A0F7-8EADCB0415E1}" type="sibTrans" cxnId="{09F89319-5990-4745-BE12-0B59DB231111}">
      <dgm:prSet/>
      <dgm:spPr/>
      <dgm:t>
        <a:bodyPr/>
        <a:lstStyle/>
        <a:p>
          <a:endParaRPr lang="it-IT"/>
        </a:p>
      </dgm:t>
    </dgm:pt>
    <dgm:pt modelId="{CBC543A8-3BF1-4F37-8744-F72D99A69AEA}">
      <dgm:prSet/>
      <dgm:spPr/>
      <dgm:t>
        <a:bodyPr/>
        <a:lstStyle/>
        <a:p>
          <a:r>
            <a:rPr lang="it-IT" dirty="0" err="1"/>
            <a:t>Regression</a:t>
          </a:r>
          <a:endParaRPr lang="en-GB" b="0" dirty="0"/>
        </a:p>
      </dgm:t>
    </dgm:pt>
    <dgm:pt modelId="{86236D51-1693-43F8-A7CD-4ED9A66DC545}" type="parTrans" cxnId="{192CC0F6-D25D-4A94-BA42-BD85F2BED5F9}">
      <dgm:prSet/>
      <dgm:spPr/>
      <dgm:t>
        <a:bodyPr/>
        <a:lstStyle/>
        <a:p>
          <a:endParaRPr lang="it-IT"/>
        </a:p>
      </dgm:t>
    </dgm:pt>
    <dgm:pt modelId="{BE022EAE-27A5-47EC-8A27-75C13921C184}" type="sibTrans" cxnId="{192CC0F6-D25D-4A94-BA42-BD85F2BED5F9}">
      <dgm:prSet/>
      <dgm:spPr/>
      <dgm:t>
        <a:bodyPr/>
        <a:lstStyle/>
        <a:p>
          <a:endParaRPr lang="it-IT"/>
        </a:p>
      </dgm:t>
    </dgm:pt>
    <dgm:pt modelId="{F459D96C-D427-4214-A3D8-44E23CF1A239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b="0" i="0" dirty="0" err="1"/>
            <a:t>Churn</a:t>
          </a:r>
          <a:r>
            <a:rPr lang="it-IT" b="0" i="0" dirty="0"/>
            <a:t> </a:t>
          </a:r>
          <a:r>
            <a:rPr lang="it-IT" b="0" i="0" dirty="0" err="1"/>
            <a:t>prediction</a:t>
          </a:r>
          <a:endParaRPr lang="it-IT" dirty="0"/>
        </a:p>
      </dgm:t>
    </dgm:pt>
    <dgm:pt modelId="{59E36D7C-CF14-4A7D-994B-6310F23C46E6}" type="parTrans" cxnId="{778E1B75-96C3-4471-A9FD-777FFF08A2D5}">
      <dgm:prSet/>
      <dgm:spPr/>
      <dgm:t>
        <a:bodyPr/>
        <a:lstStyle/>
        <a:p>
          <a:endParaRPr lang="it-IT"/>
        </a:p>
      </dgm:t>
    </dgm:pt>
    <dgm:pt modelId="{ABF622BB-02C3-4B95-9DF4-05EE183A02B5}" type="sibTrans" cxnId="{778E1B75-96C3-4471-A9FD-777FFF08A2D5}">
      <dgm:prSet/>
      <dgm:spPr/>
      <dgm:t>
        <a:bodyPr/>
        <a:lstStyle/>
        <a:p>
          <a:endParaRPr lang="it-IT"/>
        </a:p>
      </dgm:t>
    </dgm:pt>
    <dgm:pt modelId="{C35C87D0-A647-4076-BA85-E2DD04E6054A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b="0" i="0" dirty="0" err="1"/>
            <a:t>Fraud</a:t>
          </a:r>
          <a:r>
            <a:rPr lang="it-IT" b="0" i="0" dirty="0"/>
            <a:t> </a:t>
          </a:r>
          <a:r>
            <a:rPr lang="it-IT" b="0" i="0" dirty="0" err="1"/>
            <a:t>detection</a:t>
          </a:r>
          <a:endParaRPr lang="it-IT" dirty="0"/>
        </a:p>
      </dgm:t>
    </dgm:pt>
    <dgm:pt modelId="{530F8B8D-7BAA-4AEE-8F8B-F7E825D5FFD9}" type="parTrans" cxnId="{3499A255-2BD3-42D1-9D76-2E675584F4A7}">
      <dgm:prSet/>
      <dgm:spPr/>
      <dgm:t>
        <a:bodyPr/>
        <a:lstStyle/>
        <a:p>
          <a:endParaRPr lang="it-IT"/>
        </a:p>
      </dgm:t>
    </dgm:pt>
    <dgm:pt modelId="{A186802C-7D1C-40D7-BEE7-82E3EF772C59}" type="sibTrans" cxnId="{3499A255-2BD3-42D1-9D76-2E675584F4A7}">
      <dgm:prSet/>
      <dgm:spPr/>
      <dgm:t>
        <a:bodyPr/>
        <a:lstStyle/>
        <a:p>
          <a:endParaRPr lang="it-IT"/>
        </a:p>
      </dgm:t>
    </dgm:pt>
    <dgm:pt modelId="{33CB24AA-8C49-49A2-890B-3B9959F4B3DB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b="0" dirty="0"/>
            <a:t>Sentiment </a:t>
          </a:r>
          <a:r>
            <a:rPr lang="it-IT" b="0" dirty="0" err="1"/>
            <a:t>analysis</a:t>
          </a:r>
          <a:endParaRPr lang="it-IT" dirty="0"/>
        </a:p>
      </dgm:t>
    </dgm:pt>
    <dgm:pt modelId="{85DF8899-CAF0-4A09-8300-103D2FD15621}" type="parTrans" cxnId="{48C6C150-11AE-4D50-B7B4-ADCDA942B940}">
      <dgm:prSet/>
      <dgm:spPr/>
      <dgm:t>
        <a:bodyPr/>
        <a:lstStyle/>
        <a:p>
          <a:endParaRPr lang="it-IT"/>
        </a:p>
      </dgm:t>
    </dgm:pt>
    <dgm:pt modelId="{573D9555-C5A5-4193-AA0F-C22D2132972C}" type="sibTrans" cxnId="{48C6C150-11AE-4D50-B7B4-ADCDA942B940}">
      <dgm:prSet/>
      <dgm:spPr/>
      <dgm:t>
        <a:bodyPr/>
        <a:lstStyle/>
        <a:p>
          <a:endParaRPr lang="it-IT"/>
        </a:p>
      </dgm:t>
    </dgm:pt>
    <dgm:pt modelId="{64B5B4A4-9012-4C01-942D-0ED1D77824C3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b="0" i="0" dirty="0"/>
            <a:t>Demand Forecasting </a:t>
          </a:r>
          <a:endParaRPr lang="en-GB" b="0" i="0" dirty="0"/>
        </a:p>
      </dgm:t>
    </dgm:pt>
    <dgm:pt modelId="{7F3725B1-5222-4D73-9F81-8EB4BD9AFB71}" type="parTrans" cxnId="{1933A469-8811-43B5-9423-B7311FA697C9}">
      <dgm:prSet/>
      <dgm:spPr/>
      <dgm:t>
        <a:bodyPr/>
        <a:lstStyle/>
        <a:p>
          <a:endParaRPr lang="it-IT"/>
        </a:p>
      </dgm:t>
    </dgm:pt>
    <dgm:pt modelId="{14840B00-B3FC-4F36-B1CD-1A6D0EFC4EF0}" type="sibTrans" cxnId="{1933A469-8811-43B5-9423-B7311FA697C9}">
      <dgm:prSet/>
      <dgm:spPr/>
      <dgm:t>
        <a:bodyPr/>
        <a:lstStyle/>
        <a:p>
          <a:endParaRPr lang="it-IT"/>
        </a:p>
      </dgm:t>
    </dgm:pt>
    <dgm:pt modelId="{E31EC6B5-13CD-4EAB-B7AB-964ABDDC34E4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dirty="0" err="1"/>
            <a:t>Predictive</a:t>
          </a:r>
          <a:r>
            <a:rPr lang="it-IT" dirty="0"/>
            <a:t> </a:t>
          </a:r>
          <a:r>
            <a:rPr lang="it-IT" dirty="0" err="1"/>
            <a:t>Maintenance</a:t>
          </a:r>
          <a:endParaRPr lang="en-GB" dirty="0"/>
        </a:p>
      </dgm:t>
    </dgm:pt>
    <dgm:pt modelId="{2C9AA5D8-0CB6-41FB-A198-5E530A2C1E43}" type="parTrans" cxnId="{12CB02DE-E5B8-4DF6-9652-F0D5971E433D}">
      <dgm:prSet/>
      <dgm:spPr/>
      <dgm:t>
        <a:bodyPr/>
        <a:lstStyle/>
        <a:p>
          <a:endParaRPr lang="it-IT"/>
        </a:p>
      </dgm:t>
    </dgm:pt>
    <dgm:pt modelId="{221A4DF3-5AA9-4D2B-A67F-A8DF64DDD7BD}" type="sibTrans" cxnId="{12CB02DE-E5B8-4DF6-9652-F0D5971E433D}">
      <dgm:prSet/>
      <dgm:spPr/>
      <dgm:t>
        <a:bodyPr/>
        <a:lstStyle/>
        <a:p>
          <a:endParaRPr lang="it-IT"/>
        </a:p>
      </dgm:t>
    </dgm:pt>
    <dgm:pt modelId="{AFB0C822-439B-47D0-A0FC-73955CC24211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dirty="0"/>
            <a:t>Sales and Revenue </a:t>
          </a:r>
          <a:r>
            <a:rPr lang="it-IT" dirty="0" err="1"/>
            <a:t>predictions</a:t>
          </a:r>
          <a:endParaRPr lang="en-GB" dirty="0"/>
        </a:p>
      </dgm:t>
    </dgm:pt>
    <dgm:pt modelId="{5C9B1253-6C34-4F63-AB0D-2DB2E309ED25}" type="parTrans" cxnId="{3E430768-5A30-4143-8703-701DBB75D9C5}">
      <dgm:prSet/>
      <dgm:spPr/>
      <dgm:t>
        <a:bodyPr/>
        <a:lstStyle/>
        <a:p>
          <a:endParaRPr lang="it-IT"/>
        </a:p>
      </dgm:t>
    </dgm:pt>
    <dgm:pt modelId="{F528D382-FD9B-43A2-A378-765C18526BA5}" type="sibTrans" cxnId="{3E430768-5A30-4143-8703-701DBB75D9C5}">
      <dgm:prSet/>
      <dgm:spPr/>
      <dgm:t>
        <a:bodyPr/>
        <a:lstStyle/>
        <a:p>
          <a:endParaRPr lang="it-IT"/>
        </a:p>
      </dgm:t>
    </dgm:pt>
    <dgm:pt modelId="{B9395833-75DD-48DE-B87F-239F11962737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dirty="0"/>
            <a:t>Stock Market </a:t>
          </a:r>
          <a:r>
            <a:rPr lang="it-IT" dirty="0" err="1"/>
            <a:t>Prediction</a:t>
          </a:r>
          <a:endParaRPr lang="en-GB" dirty="0"/>
        </a:p>
      </dgm:t>
    </dgm:pt>
    <dgm:pt modelId="{450BF9C4-5ABC-4ED4-A574-CA90189FD074}" type="parTrans" cxnId="{75155596-98B5-4DFB-9922-FAFBA9B37DB2}">
      <dgm:prSet/>
      <dgm:spPr/>
      <dgm:t>
        <a:bodyPr/>
        <a:lstStyle/>
        <a:p>
          <a:endParaRPr lang="it-IT"/>
        </a:p>
      </dgm:t>
    </dgm:pt>
    <dgm:pt modelId="{8C85E9A7-DA15-47D5-A769-4E55BB7EE7C2}" type="sibTrans" cxnId="{75155596-98B5-4DFB-9922-FAFBA9B37DB2}">
      <dgm:prSet/>
      <dgm:spPr/>
      <dgm:t>
        <a:bodyPr/>
        <a:lstStyle/>
        <a:p>
          <a:endParaRPr lang="it-IT"/>
        </a:p>
      </dgm:t>
    </dgm:pt>
    <dgm:pt modelId="{3D8F07DF-E79F-4FA6-A0B5-889498A2F0F0}" type="pres">
      <dgm:prSet presAssocID="{E58703BA-1D08-4FA0-B1F2-4068CF4D10CC}" presName="linear" presStyleCnt="0">
        <dgm:presLayoutVars>
          <dgm:dir/>
          <dgm:animLvl val="lvl"/>
          <dgm:resizeHandles val="exact"/>
        </dgm:presLayoutVars>
      </dgm:prSet>
      <dgm:spPr/>
    </dgm:pt>
    <dgm:pt modelId="{3C4A3D73-27AF-46DC-8143-66CBAC3CB089}" type="pres">
      <dgm:prSet presAssocID="{0D1320C3-7156-491E-B6AE-13765F4B2A2A}" presName="parentLin" presStyleCnt="0"/>
      <dgm:spPr/>
    </dgm:pt>
    <dgm:pt modelId="{2D497AA1-0E58-4E3D-A3F6-BBB94635F6B2}" type="pres">
      <dgm:prSet presAssocID="{0D1320C3-7156-491E-B6AE-13765F4B2A2A}" presName="parentLeftMargin" presStyleLbl="node1" presStyleIdx="0" presStyleCnt="2"/>
      <dgm:spPr/>
    </dgm:pt>
    <dgm:pt modelId="{6C12F6CC-0B9B-415D-8550-BFD930D15036}" type="pres">
      <dgm:prSet presAssocID="{0D1320C3-7156-491E-B6AE-13765F4B2A2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697C879-D87A-422D-AD39-64F66BB58B38}" type="pres">
      <dgm:prSet presAssocID="{0D1320C3-7156-491E-B6AE-13765F4B2A2A}" presName="negativeSpace" presStyleCnt="0"/>
      <dgm:spPr/>
    </dgm:pt>
    <dgm:pt modelId="{42279A1C-55EC-4D41-B319-4291EE837A81}" type="pres">
      <dgm:prSet presAssocID="{0D1320C3-7156-491E-B6AE-13765F4B2A2A}" presName="childText" presStyleLbl="conFgAcc1" presStyleIdx="0" presStyleCnt="2">
        <dgm:presLayoutVars>
          <dgm:bulletEnabled val="1"/>
        </dgm:presLayoutVars>
      </dgm:prSet>
      <dgm:spPr/>
    </dgm:pt>
    <dgm:pt modelId="{D6D523D0-C4DD-4383-8EA1-DFD1A828751B}" type="pres">
      <dgm:prSet presAssocID="{A7CC3AF6-246F-453E-A214-366758B99E22}" presName="spaceBetweenRectangles" presStyleCnt="0"/>
      <dgm:spPr/>
    </dgm:pt>
    <dgm:pt modelId="{7BCB9133-00B9-4AB5-A84F-36CCEE8AF109}" type="pres">
      <dgm:prSet presAssocID="{CBC543A8-3BF1-4F37-8744-F72D99A69AEA}" presName="parentLin" presStyleCnt="0"/>
      <dgm:spPr/>
    </dgm:pt>
    <dgm:pt modelId="{A2592E4A-D1AF-47C6-981A-4827C3538E7E}" type="pres">
      <dgm:prSet presAssocID="{CBC543A8-3BF1-4F37-8744-F72D99A69AEA}" presName="parentLeftMargin" presStyleLbl="node1" presStyleIdx="0" presStyleCnt="2"/>
      <dgm:spPr/>
    </dgm:pt>
    <dgm:pt modelId="{CCA5CA1B-F757-4EE7-9E20-A64D2F69B362}" type="pres">
      <dgm:prSet presAssocID="{CBC543A8-3BF1-4F37-8744-F72D99A69AE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746EADB-E676-4538-AF49-28F52492AD00}" type="pres">
      <dgm:prSet presAssocID="{CBC543A8-3BF1-4F37-8744-F72D99A69AEA}" presName="negativeSpace" presStyleCnt="0"/>
      <dgm:spPr/>
    </dgm:pt>
    <dgm:pt modelId="{AA21E59A-1879-4DCC-A72C-7BEB126D7D6F}" type="pres">
      <dgm:prSet presAssocID="{CBC543A8-3BF1-4F37-8744-F72D99A69AE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7E65F06-2D3B-4C2F-8081-BD682D1A195A}" type="presOf" srcId="{E58703BA-1D08-4FA0-B1F2-4068CF4D10CC}" destId="{3D8F07DF-E79F-4FA6-A0B5-889498A2F0F0}" srcOrd="0" destOrd="0" presId="urn:microsoft.com/office/officeart/2005/8/layout/list1"/>
    <dgm:cxn modelId="{09F89319-5990-4745-BE12-0B59DB231111}" srcId="{0D1320C3-7156-491E-B6AE-13765F4B2A2A}" destId="{3AC111B8-38B8-4347-A7BA-5A31A62E4043}" srcOrd="0" destOrd="0" parTransId="{61C49849-1744-4542-BCAD-2631493B502A}" sibTransId="{02838F09-9116-47A9-A0F7-8EADCB0415E1}"/>
    <dgm:cxn modelId="{3B43B722-8CCE-4447-951E-4C909F8F292F}" type="presOf" srcId="{F459D96C-D427-4214-A3D8-44E23CF1A239}" destId="{42279A1C-55EC-4D41-B319-4291EE837A81}" srcOrd="0" destOrd="1" presId="urn:microsoft.com/office/officeart/2005/8/layout/list1"/>
    <dgm:cxn modelId="{BCE55427-84EB-4DDD-AF9D-B40DED6C1C88}" type="presOf" srcId="{33CB24AA-8C49-49A2-890B-3B9959F4B3DB}" destId="{42279A1C-55EC-4D41-B319-4291EE837A81}" srcOrd="0" destOrd="3" presId="urn:microsoft.com/office/officeart/2005/8/layout/list1"/>
    <dgm:cxn modelId="{E431B83C-C769-486A-A150-11248FF613C2}" type="presOf" srcId="{CBC543A8-3BF1-4F37-8744-F72D99A69AEA}" destId="{CCA5CA1B-F757-4EE7-9E20-A64D2F69B362}" srcOrd="1" destOrd="0" presId="urn:microsoft.com/office/officeart/2005/8/layout/list1"/>
    <dgm:cxn modelId="{E1FBCB5C-CFA7-4B5A-95C4-D6151EF5A51A}" type="presOf" srcId="{C35C87D0-A647-4076-BA85-E2DD04E6054A}" destId="{42279A1C-55EC-4D41-B319-4291EE837A81}" srcOrd="0" destOrd="2" presId="urn:microsoft.com/office/officeart/2005/8/layout/list1"/>
    <dgm:cxn modelId="{3E430768-5A30-4143-8703-701DBB75D9C5}" srcId="{CBC543A8-3BF1-4F37-8744-F72D99A69AEA}" destId="{AFB0C822-439B-47D0-A0FC-73955CC24211}" srcOrd="2" destOrd="0" parTransId="{5C9B1253-6C34-4F63-AB0D-2DB2E309ED25}" sibTransId="{F528D382-FD9B-43A2-A378-765C18526BA5}"/>
    <dgm:cxn modelId="{1933A469-8811-43B5-9423-B7311FA697C9}" srcId="{CBC543A8-3BF1-4F37-8744-F72D99A69AEA}" destId="{64B5B4A4-9012-4C01-942D-0ED1D77824C3}" srcOrd="0" destOrd="0" parTransId="{7F3725B1-5222-4D73-9F81-8EB4BD9AFB71}" sibTransId="{14840B00-B3FC-4F36-B1CD-1A6D0EFC4EF0}"/>
    <dgm:cxn modelId="{1AE1214D-B040-4249-A235-DADF37B55273}" type="presOf" srcId="{64B5B4A4-9012-4C01-942D-0ED1D77824C3}" destId="{AA21E59A-1879-4DCC-A72C-7BEB126D7D6F}" srcOrd="0" destOrd="0" presId="urn:microsoft.com/office/officeart/2005/8/layout/list1"/>
    <dgm:cxn modelId="{48C6C150-11AE-4D50-B7B4-ADCDA942B940}" srcId="{0D1320C3-7156-491E-B6AE-13765F4B2A2A}" destId="{33CB24AA-8C49-49A2-890B-3B9959F4B3DB}" srcOrd="3" destOrd="0" parTransId="{85DF8899-CAF0-4A09-8300-103D2FD15621}" sibTransId="{573D9555-C5A5-4193-AA0F-C22D2132972C}"/>
    <dgm:cxn modelId="{778E1B75-96C3-4471-A9FD-777FFF08A2D5}" srcId="{0D1320C3-7156-491E-B6AE-13765F4B2A2A}" destId="{F459D96C-D427-4214-A3D8-44E23CF1A239}" srcOrd="1" destOrd="0" parTransId="{59E36D7C-CF14-4A7D-994B-6310F23C46E6}" sibTransId="{ABF622BB-02C3-4B95-9DF4-05EE183A02B5}"/>
    <dgm:cxn modelId="{3499A255-2BD3-42D1-9D76-2E675584F4A7}" srcId="{0D1320C3-7156-491E-B6AE-13765F4B2A2A}" destId="{C35C87D0-A647-4076-BA85-E2DD04E6054A}" srcOrd="2" destOrd="0" parTransId="{530F8B8D-7BAA-4AEE-8F8B-F7E825D5FFD9}" sibTransId="{A186802C-7D1C-40D7-BEE7-82E3EF772C59}"/>
    <dgm:cxn modelId="{8518488E-D91F-4EAF-A6A2-CD125ECF3D15}" type="presOf" srcId="{0D1320C3-7156-491E-B6AE-13765F4B2A2A}" destId="{2D497AA1-0E58-4E3D-A3F6-BBB94635F6B2}" srcOrd="0" destOrd="0" presId="urn:microsoft.com/office/officeart/2005/8/layout/list1"/>
    <dgm:cxn modelId="{75155596-98B5-4DFB-9922-FAFBA9B37DB2}" srcId="{CBC543A8-3BF1-4F37-8744-F72D99A69AEA}" destId="{B9395833-75DD-48DE-B87F-239F11962737}" srcOrd="3" destOrd="0" parTransId="{450BF9C4-5ABC-4ED4-A574-CA90189FD074}" sibTransId="{8C85E9A7-DA15-47D5-A769-4E55BB7EE7C2}"/>
    <dgm:cxn modelId="{E35646A6-497E-4ADB-B02C-3ED55579439B}" type="presOf" srcId="{B9395833-75DD-48DE-B87F-239F11962737}" destId="{AA21E59A-1879-4DCC-A72C-7BEB126D7D6F}" srcOrd="0" destOrd="3" presId="urn:microsoft.com/office/officeart/2005/8/layout/list1"/>
    <dgm:cxn modelId="{E888D1BB-B02E-4A6F-BB2A-FE1D61E3A27F}" type="presOf" srcId="{3AC111B8-38B8-4347-A7BA-5A31A62E4043}" destId="{42279A1C-55EC-4D41-B319-4291EE837A81}" srcOrd="0" destOrd="0" presId="urn:microsoft.com/office/officeart/2005/8/layout/list1"/>
    <dgm:cxn modelId="{D63AE4D6-9378-4652-A5E7-29EE0B97622A}" type="presOf" srcId="{E31EC6B5-13CD-4EAB-B7AB-964ABDDC34E4}" destId="{AA21E59A-1879-4DCC-A72C-7BEB126D7D6F}" srcOrd="0" destOrd="1" presId="urn:microsoft.com/office/officeart/2005/8/layout/list1"/>
    <dgm:cxn modelId="{258B37D9-0925-4960-9174-3420FA6092C0}" srcId="{E58703BA-1D08-4FA0-B1F2-4068CF4D10CC}" destId="{0D1320C3-7156-491E-B6AE-13765F4B2A2A}" srcOrd="0" destOrd="0" parTransId="{37AEE484-BF37-4BE4-ACA9-D6EFE0F9BAE7}" sibTransId="{A7CC3AF6-246F-453E-A214-366758B99E22}"/>
    <dgm:cxn modelId="{12CB02DE-E5B8-4DF6-9652-F0D5971E433D}" srcId="{CBC543A8-3BF1-4F37-8744-F72D99A69AEA}" destId="{E31EC6B5-13CD-4EAB-B7AB-964ABDDC34E4}" srcOrd="1" destOrd="0" parTransId="{2C9AA5D8-0CB6-41FB-A198-5E530A2C1E43}" sibTransId="{221A4DF3-5AA9-4D2B-A67F-A8DF64DDD7BD}"/>
    <dgm:cxn modelId="{9DF5A4E1-3120-47B2-891F-BAF0B051CAA7}" type="presOf" srcId="{0D1320C3-7156-491E-B6AE-13765F4B2A2A}" destId="{6C12F6CC-0B9B-415D-8550-BFD930D15036}" srcOrd="1" destOrd="0" presId="urn:microsoft.com/office/officeart/2005/8/layout/list1"/>
    <dgm:cxn modelId="{2CF67FE3-83F4-4189-82ED-85FF7068DF18}" type="presOf" srcId="{AFB0C822-439B-47D0-A0FC-73955CC24211}" destId="{AA21E59A-1879-4DCC-A72C-7BEB126D7D6F}" srcOrd="0" destOrd="2" presId="urn:microsoft.com/office/officeart/2005/8/layout/list1"/>
    <dgm:cxn modelId="{192CC0F6-D25D-4A94-BA42-BD85F2BED5F9}" srcId="{E58703BA-1D08-4FA0-B1F2-4068CF4D10CC}" destId="{CBC543A8-3BF1-4F37-8744-F72D99A69AEA}" srcOrd="1" destOrd="0" parTransId="{86236D51-1693-43F8-A7CD-4ED9A66DC545}" sibTransId="{BE022EAE-27A5-47EC-8A27-75C13921C184}"/>
    <dgm:cxn modelId="{D323BCFF-8EA5-4D1C-9750-C685831513E0}" type="presOf" srcId="{CBC543A8-3BF1-4F37-8744-F72D99A69AEA}" destId="{A2592E4A-D1AF-47C6-981A-4827C3538E7E}" srcOrd="0" destOrd="0" presId="urn:microsoft.com/office/officeart/2005/8/layout/list1"/>
    <dgm:cxn modelId="{92686E55-B11F-44FC-83F2-19502CEF77F0}" type="presParOf" srcId="{3D8F07DF-E79F-4FA6-A0B5-889498A2F0F0}" destId="{3C4A3D73-27AF-46DC-8143-66CBAC3CB089}" srcOrd="0" destOrd="0" presId="urn:microsoft.com/office/officeart/2005/8/layout/list1"/>
    <dgm:cxn modelId="{CC2B3306-3A25-4395-9DD6-5484CDAF9E6E}" type="presParOf" srcId="{3C4A3D73-27AF-46DC-8143-66CBAC3CB089}" destId="{2D497AA1-0E58-4E3D-A3F6-BBB94635F6B2}" srcOrd="0" destOrd="0" presId="urn:microsoft.com/office/officeart/2005/8/layout/list1"/>
    <dgm:cxn modelId="{18BDDEA1-973C-487A-8A84-AAC0E0F4A3EC}" type="presParOf" srcId="{3C4A3D73-27AF-46DC-8143-66CBAC3CB089}" destId="{6C12F6CC-0B9B-415D-8550-BFD930D15036}" srcOrd="1" destOrd="0" presId="urn:microsoft.com/office/officeart/2005/8/layout/list1"/>
    <dgm:cxn modelId="{A71DFA95-CC13-43CB-A0C7-FD8C145FBC75}" type="presParOf" srcId="{3D8F07DF-E79F-4FA6-A0B5-889498A2F0F0}" destId="{1697C879-D87A-422D-AD39-64F66BB58B38}" srcOrd="1" destOrd="0" presId="urn:microsoft.com/office/officeart/2005/8/layout/list1"/>
    <dgm:cxn modelId="{111563E0-A8D3-4EAF-A7DE-3A3097918C63}" type="presParOf" srcId="{3D8F07DF-E79F-4FA6-A0B5-889498A2F0F0}" destId="{42279A1C-55EC-4D41-B319-4291EE837A81}" srcOrd="2" destOrd="0" presId="urn:microsoft.com/office/officeart/2005/8/layout/list1"/>
    <dgm:cxn modelId="{E7784ECE-59CE-49AF-B7D2-826AD9D64F26}" type="presParOf" srcId="{3D8F07DF-E79F-4FA6-A0B5-889498A2F0F0}" destId="{D6D523D0-C4DD-4383-8EA1-DFD1A828751B}" srcOrd="3" destOrd="0" presId="urn:microsoft.com/office/officeart/2005/8/layout/list1"/>
    <dgm:cxn modelId="{354034B6-806F-4E4A-A18C-93C46034657B}" type="presParOf" srcId="{3D8F07DF-E79F-4FA6-A0B5-889498A2F0F0}" destId="{7BCB9133-00B9-4AB5-A84F-36CCEE8AF109}" srcOrd="4" destOrd="0" presId="urn:microsoft.com/office/officeart/2005/8/layout/list1"/>
    <dgm:cxn modelId="{60EB4589-26BC-4462-87BB-CB2FE554748B}" type="presParOf" srcId="{7BCB9133-00B9-4AB5-A84F-36CCEE8AF109}" destId="{A2592E4A-D1AF-47C6-981A-4827C3538E7E}" srcOrd="0" destOrd="0" presId="urn:microsoft.com/office/officeart/2005/8/layout/list1"/>
    <dgm:cxn modelId="{AB2CBBCB-FB2F-4FD2-8475-33EB6C8DFC3C}" type="presParOf" srcId="{7BCB9133-00B9-4AB5-A84F-36CCEE8AF109}" destId="{CCA5CA1B-F757-4EE7-9E20-A64D2F69B362}" srcOrd="1" destOrd="0" presId="urn:microsoft.com/office/officeart/2005/8/layout/list1"/>
    <dgm:cxn modelId="{42EC3EBF-7F09-4653-8AB3-D0710F5B27A8}" type="presParOf" srcId="{3D8F07DF-E79F-4FA6-A0B5-889498A2F0F0}" destId="{D746EADB-E676-4538-AF49-28F52492AD00}" srcOrd="5" destOrd="0" presId="urn:microsoft.com/office/officeart/2005/8/layout/list1"/>
    <dgm:cxn modelId="{64409F72-94EF-45A7-8219-A0B7559A872C}" type="presParOf" srcId="{3D8F07DF-E79F-4FA6-A0B5-889498A2F0F0}" destId="{AA21E59A-1879-4DCC-A72C-7BEB126D7D6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32BA052-1CCD-4353-8B7D-A406F56309CA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6CEE2596-4A09-4F63-A958-9AB0132D6482}">
      <dgm:prSet phldrT="[Testo]"/>
      <dgm:spPr/>
      <dgm:t>
        <a:bodyPr/>
        <a:lstStyle/>
        <a:p>
          <a:r>
            <a:rPr lang="it-IT" dirty="0" err="1"/>
            <a:t>Partially</a:t>
          </a:r>
          <a:r>
            <a:rPr lang="it-IT" dirty="0"/>
            <a:t> </a:t>
          </a:r>
          <a:r>
            <a:rPr lang="it-IT" dirty="0" err="1"/>
            <a:t>labeled</a:t>
          </a:r>
          <a:r>
            <a:rPr lang="it-IT" dirty="0"/>
            <a:t> data</a:t>
          </a:r>
        </a:p>
      </dgm:t>
    </dgm:pt>
    <dgm:pt modelId="{AC9C449F-DD10-4C7E-AC80-AE02D86BA87B}" type="parTrans" cxnId="{98C315E3-7DE0-44F5-A6AB-10F21B53FB9A}">
      <dgm:prSet/>
      <dgm:spPr/>
      <dgm:t>
        <a:bodyPr/>
        <a:lstStyle/>
        <a:p>
          <a:endParaRPr lang="it-IT"/>
        </a:p>
      </dgm:t>
    </dgm:pt>
    <dgm:pt modelId="{104E9A41-138C-46CD-B12B-E5A2B3ABCFD8}" type="sibTrans" cxnId="{98C315E3-7DE0-44F5-A6AB-10F21B53FB9A}">
      <dgm:prSet/>
      <dgm:spPr/>
      <dgm:t>
        <a:bodyPr/>
        <a:lstStyle/>
        <a:p>
          <a:endParaRPr lang="it-IT"/>
        </a:p>
      </dgm:t>
    </dgm:pt>
    <dgm:pt modelId="{6113C897-C5E9-4682-8BAA-42197C9E7EED}">
      <dgm:prSet phldrT="[Testo]"/>
      <dgm:spPr/>
      <dgm:t>
        <a:bodyPr/>
        <a:lstStyle/>
        <a:p>
          <a:r>
            <a:rPr lang="en-US" dirty="0"/>
            <a:t>Data distribution high unbalanced or not uniform</a:t>
          </a:r>
          <a:endParaRPr lang="it-IT" dirty="0"/>
        </a:p>
      </dgm:t>
    </dgm:pt>
    <dgm:pt modelId="{762B83CC-0345-4B8A-8A33-A26715222BDB}" type="parTrans" cxnId="{8FC2D371-1DEA-48F6-9288-97B1D836701C}">
      <dgm:prSet/>
      <dgm:spPr/>
      <dgm:t>
        <a:bodyPr/>
        <a:lstStyle/>
        <a:p>
          <a:endParaRPr lang="it-IT"/>
        </a:p>
      </dgm:t>
    </dgm:pt>
    <dgm:pt modelId="{3B867E89-AE03-45FE-9B0B-C310138B9D46}" type="sibTrans" cxnId="{8FC2D371-1DEA-48F6-9288-97B1D836701C}">
      <dgm:prSet/>
      <dgm:spPr/>
      <dgm:t>
        <a:bodyPr/>
        <a:lstStyle/>
        <a:p>
          <a:endParaRPr lang="it-IT"/>
        </a:p>
      </dgm:t>
    </dgm:pt>
    <dgm:pt modelId="{904C9B94-AEF1-4A2F-9A4A-4AC2647F9591}">
      <dgm:prSet phldrT="[Testo]"/>
      <dgm:spPr/>
      <dgm:t>
        <a:bodyPr/>
        <a:lstStyle/>
        <a:p>
          <a:r>
            <a:rPr lang="en-US" dirty="0"/>
            <a:t>Need for resources with specific and high skills</a:t>
          </a:r>
          <a:endParaRPr lang="it-IT" dirty="0"/>
        </a:p>
      </dgm:t>
    </dgm:pt>
    <dgm:pt modelId="{C415732A-71D3-4AC9-916D-0AAA31A66AAA}" type="parTrans" cxnId="{D29518BE-D6DC-412B-A338-50F50172EB3A}">
      <dgm:prSet/>
      <dgm:spPr/>
      <dgm:t>
        <a:bodyPr/>
        <a:lstStyle/>
        <a:p>
          <a:endParaRPr lang="it-IT"/>
        </a:p>
      </dgm:t>
    </dgm:pt>
    <dgm:pt modelId="{8E363FBC-B17F-43D0-93D6-0B64976F2AC2}" type="sibTrans" cxnId="{D29518BE-D6DC-412B-A338-50F50172EB3A}">
      <dgm:prSet/>
      <dgm:spPr/>
      <dgm:t>
        <a:bodyPr/>
        <a:lstStyle/>
        <a:p>
          <a:endParaRPr lang="it-IT"/>
        </a:p>
      </dgm:t>
    </dgm:pt>
    <dgm:pt modelId="{F6C031E9-7939-4685-8638-0EF59EB1FAC5}">
      <dgm:prSet phldrT="[Testo]"/>
      <dgm:spPr/>
      <dgm:t>
        <a:bodyPr/>
        <a:lstStyle/>
        <a:p>
          <a:r>
            <a:rPr lang="it-IT" dirty="0"/>
            <a:t>Combine </a:t>
          </a:r>
          <a:r>
            <a:rPr lang="it-IT" dirty="0" err="1"/>
            <a:t>two</a:t>
          </a:r>
          <a:r>
            <a:rPr lang="it-IT" dirty="0"/>
            <a:t> or more </a:t>
          </a:r>
          <a:r>
            <a:rPr lang="it-IT" dirty="0" err="1"/>
            <a:t>supervised</a:t>
          </a:r>
          <a:r>
            <a:rPr lang="it-IT" dirty="0"/>
            <a:t> learning </a:t>
          </a:r>
          <a:r>
            <a:rPr lang="it-IT" dirty="0" err="1"/>
            <a:t>alghoritm</a:t>
          </a:r>
          <a:endParaRPr lang="it-IT" dirty="0"/>
        </a:p>
      </dgm:t>
    </dgm:pt>
    <dgm:pt modelId="{0031404F-E8EB-4776-B5EC-32CE12291381}" type="parTrans" cxnId="{18E89AD3-336F-4FD3-BC2A-63DD52D1C9DE}">
      <dgm:prSet/>
      <dgm:spPr/>
      <dgm:t>
        <a:bodyPr/>
        <a:lstStyle/>
        <a:p>
          <a:endParaRPr lang="it-IT"/>
        </a:p>
      </dgm:t>
    </dgm:pt>
    <dgm:pt modelId="{73F13AD0-7F8B-4BAC-B1BE-604418B78A52}" type="sibTrans" cxnId="{18E89AD3-336F-4FD3-BC2A-63DD52D1C9DE}">
      <dgm:prSet/>
      <dgm:spPr/>
      <dgm:t>
        <a:bodyPr/>
        <a:lstStyle/>
        <a:p>
          <a:endParaRPr lang="it-IT"/>
        </a:p>
      </dgm:t>
    </dgm:pt>
    <dgm:pt modelId="{27B9CA47-7CA4-40BB-8C4A-868E727EE0EF}" type="pres">
      <dgm:prSet presAssocID="{532BA052-1CCD-4353-8B7D-A406F56309CA}" presName="Name0" presStyleCnt="0">
        <dgm:presLayoutVars>
          <dgm:chMax val="7"/>
          <dgm:chPref val="7"/>
          <dgm:dir/>
        </dgm:presLayoutVars>
      </dgm:prSet>
      <dgm:spPr/>
    </dgm:pt>
    <dgm:pt modelId="{919EF2A7-6E9E-4398-8B2C-BC02219DD00A}" type="pres">
      <dgm:prSet presAssocID="{532BA052-1CCD-4353-8B7D-A406F56309CA}" presName="Name1" presStyleCnt="0"/>
      <dgm:spPr/>
    </dgm:pt>
    <dgm:pt modelId="{1F8BBA55-048F-4D7C-AAC1-AE253BDFB51F}" type="pres">
      <dgm:prSet presAssocID="{532BA052-1CCD-4353-8B7D-A406F56309CA}" presName="cycle" presStyleCnt="0"/>
      <dgm:spPr/>
    </dgm:pt>
    <dgm:pt modelId="{7BFBF2B9-CEEA-451C-8C24-6046747A5615}" type="pres">
      <dgm:prSet presAssocID="{532BA052-1CCD-4353-8B7D-A406F56309CA}" presName="srcNode" presStyleLbl="node1" presStyleIdx="0" presStyleCnt="4"/>
      <dgm:spPr/>
    </dgm:pt>
    <dgm:pt modelId="{F7673B1E-477A-4120-A41D-FC5335F4DBFF}" type="pres">
      <dgm:prSet presAssocID="{532BA052-1CCD-4353-8B7D-A406F56309CA}" presName="conn" presStyleLbl="parChTrans1D2" presStyleIdx="0" presStyleCnt="1"/>
      <dgm:spPr/>
    </dgm:pt>
    <dgm:pt modelId="{C477D701-B450-48D5-97C9-42782F3896C7}" type="pres">
      <dgm:prSet presAssocID="{532BA052-1CCD-4353-8B7D-A406F56309CA}" presName="extraNode" presStyleLbl="node1" presStyleIdx="0" presStyleCnt="4"/>
      <dgm:spPr/>
    </dgm:pt>
    <dgm:pt modelId="{5825406A-DDE3-4F22-892F-BE32063AC638}" type="pres">
      <dgm:prSet presAssocID="{532BA052-1CCD-4353-8B7D-A406F56309CA}" presName="dstNode" presStyleLbl="node1" presStyleIdx="0" presStyleCnt="4"/>
      <dgm:spPr/>
    </dgm:pt>
    <dgm:pt modelId="{A18EABCA-1E72-4C03-A6E1-269D00AF8E30}" type="pres">
      <dgm:prSet presAssocID="{6CEE2596-4A09-4F63-A958-9AB0132D6482}" presName="text_1" presStyleLbl="node1" presStyleIdx="0" presStyleCnt="4">
        <dgm:presLayoutVars>
          <dgm:bulletEnabled val="1"/>
        </dgm:presLayoutVars>
      </dgm:prSet>
      <dgm:spPr/>
    </dgm:pt>
    <dgm:pt modelId="{61190AA9-931A-4D25-9E54-7A96AAC42C62}" type="pres">
      <dgm:prSet presAssocID="{6CEE2596-4A09-4F63-A958-9AB0132D6482}" presName="accent_1" presStyleCnt="0"/>
      <dgm:spPr/>
    </dgm:pt>
    <dgm:pt modelId="{E9BBA0C6-2C7E-479E-A63C-29178B961541}" type="pres">
      <dgm:prSet presAssocID="{6CEE2596-4A09-4F63-A958-9AB0132D6482}" presName="accentRepeatNode" presStyleLbl="solidFgAcc1" presStyleIdx="0" presStyleCnt="4"/>
      <dgm:spPr/>
    </dgm:pt>
    <dgm:pt modelId="{FC800387-6745-438A-A4A2-4B533E77A0A6}" type="pres">
      <dgm:prSet presAssocID="{6113C897-C5E9-4682-8BAA-42197C9E7EED}" presName="text_2" presStyleLbl="node1" presStyleIdx="1" presStyleCnt="4">
        <dgm:presLayoutVars>
          <dgm:bulletEnabled val="1"/>
        </dgm:presLayoutVars>
      </dgm:prSet>
      <dgm:spPr/>
    </dgm:pt>
    <dgm:pt modelId="{8CB4120A-8D36-4682-8DA4-2E07CE5C8A81}" type="pres">
      <dgm:prSet presAssocID="{6113C897-C5E9-4682-8BAA-42197C9E7EED}" presName="accent_2" presStyleCnt="0"/>
      <dgm:spPr/>
    </dgm:pt>
    <dgm:pt modelId="{E75A8439-7824-4ED4-B344-DB88D059C626}" type="pres">
      <dgm:prSet presAssocID="{6113C897-C5E9-4682-8BAA-42197C9E7EED}" presName="accentRepeatNode" presStyleLbl="solidFgAcc1" presStyleIdx="1" presStyleCnt="4"/>
      <dgm:spPr/>
    </dgm:pt>
    <dgm:pt modelId="{39F21A85-9849-4AB9-919D-BB18BC800AE3}" type="pres">
      <dgm:prSet presAssocID="{904C9B94-AEF1-4A2F-9A4A-4AC2647F9591}" presName="text_3" presStyleLbl="node1" presStyleIdx="2" presStyleCnt="4">
        <dgm:presLayoutVars>
          <dgm:bulletEnabled val="1"/>
        </dgm:presLayoutVars>
      </dgm:prSet>
      <dgm:spPr/>
    </dgm:pt>
    <dgm:pt modelId="{04D05347-3AAB-4856-890B-592950B138EE}" type="pres">
      <dgm:prSet presAssocID="{904C9B94-AEF1-4A2F-9A4A-4AC2647F9591}" presName="accent_3" presStyleCnt="0"/>
      <dgm:spPr/>
    </dgm:pt>
    <dgm:pt modelId="{8E6B1002-1DF3-4BE5-A0FA-499BC84E88E0}" type="pres">
      <dgm:prSet presAssocID="{904C9B94-AEF1-4A2F-9A4A-4AC2647F9591}" presName="accentRepeatNode" presStyleLbl="solidFgAcc1" presStyleIdx="2" presStyleCnt="4"/>
      <dgm:spPr/>
    </dgm:pt>
    <dgm:pt modelId="{4E4A9C51-5B2D-4B5A-A4CD-C551791454FF}" type="pres">
      <dgm:prSet presAssocID="{F6C031E9-7939-4685-8638-0EF59EB1FAC5}" presName="text_4" presStyleLbl="node1" presStyleIdx="3" presStyleCnt="4">
        <dgm:presLayoutVars>
          <dgm:bulletEnabled val="1"/>
        </dgm:presLayoutVars>
      </dgm:prSet>
      <dgm:spPr/>
    </dgm:pt>
    <dgm:pt modelId="{76BF25D5-180B-4918-9B3C-A3E285EC765F}" type="pres">
      <dgm:prSet presAssocID="{F6C031E9-7939-4685-8638-0EF59EB1FAC5}" presName="accent_4" presStyleCnt="0"/>
      <dgm:spPr/>
    </dgm:pt>
    <dgm:pt modelId="{2A19871B-696E-43EA-8A01-75B9968CB4D5}" type="pres">
      <dgm:prSet presAssocID="{F6C031E9-7939-4685-8638-0EF59EB1FAC5}" presName="accentRepeatNode" presStyleLbl="solidFgAcc1" presStyleIdx="3" presStyleCnt="4"/>
      <dgm:spPr/>
    </dgm:pt>
  </dgm:ptLst>
  <dgm:cxnLst>
    <dgm:cxn modelId="{0F47811E-3241-4F9E-BE5F-DB235471D85D}" type="presOf" srcId="{6CEE2596-4A09-4F63-A958-9AB0132D6482}" destId="{A18EABCA-1E72-4C03-A6E1-269D00AF8E30}" srcOrd="0" destOrd="0" presId="urn:microsoft.com/office/officeart/2008/layout/VerticalCurvedList"/>
    <dgm:cxn modelId="{71BA4422-BD6D-45AE-BA04-2C65C043056D}" type="presOf" srcId="{F6C031E9-7939-4685-8638-0EF59EB1FAC5}" destId="{4E4A9C51-5B2D-4B5A-A4CD-C551791454FF}" srcOrd="0" destOrd="0" presId="urn:microsoft.com/office/officeart/2008/layout/VerticalCurvedList"/>
    <dgm:cxn modelId="{ABF66470-A9E2-49F3-B22D-E9536CC86B5A}" type="presOf" srcId="{904C9B94-AEF1-4A2F-9A4A-4AC2647F9591}" destId="{39F21A85-9849-4AB9-919D-BB18BC800AE3}" srcOrd="0" destOrd="0" presId="urn:microsoft.com/office/officeart/2008/layout/VerticalCurvedList"/>
    <dgm:cxn modelId="{8FC2D371-1DEA-48F6-9288-97B1D836701C}" srcId="{532BA052-1CCD-4353-8B7D-A406F56309CA}" destId="{6113C897-C5E9-4682-8BAA-42197C9E7EED}" srcOrd="1" destOrd="0" parTransId="{762B83CC-0345-4B8A-8A33-A26715222BDB}" sibTransId="{3B867E89-AE03-45FE-9B0B-C310138B9D46}"/>
    <dgm:cxn modelId="{470F4084-BF86-4829-AC16-74D15AA19F32}" type="presOf" srcId="{104E9A41-138C-46CD-B12B-E5A2B3ABCFD8}" destId="{F7673B1E-477A-4120-A41D-FC5335F4DBFF}" srcOrd="0" destOrd="0" presId="urn:microsoft.com/office/officeart/2008/layout/VerticalCurvedList"/>
    <dgm:cxn modelId="{07DD8285-EC20-416A-9044-60A4986D4BD5}" type="presOf" srcId="{6113C897-C5E9-4682-8BAA-42197C9E7EED}" destId="{FC800387-6745-438A-A4A2-4B533E77A0A6}" srcOrd="0" destOrd="0" presId="urn:microsoft.com/office/officeart/2008/layout/VerticalCurvedList"/>
    <dgm:cxn modelId="{D29518BE-D6DC-412B-A338-50F50172EB3A}" srcId="{532BA052-1CCD-4353-8B7D-A406F56309CA}" destId="{904C9B94-AEF1-4A2F-9A4A-4AC2647F9591}" srcOrd="2" destOrd="0" parTransId="{C415732A-71D3-4AC9-916D-0AAA31A66AAA}" sibTransId="{8E363FBC-B17F-43D0-93D6-0B64976F2AC2}"/>
    <dgm:cxn modelId="{18E89AD3-336F-4FD3-BC2A-63DD52D1C9DE}" srcId="{532BA052-1CCD-4353-8B7D-A406F56309CA}" destId="{F6C031E9-7939-4685-8638-0EF59EB1FAC5}" srcOrd="3" destOrd="0" parTransId="{0031404F-E8EB-4776-B5EC-32CE12291381}" sibTransId="{73F13AD0-7F8B-4BAC-B1BE-604418B78A52}"/>
    <dgm:cxn modelId="{98C315E3-7DE0-44F5-A6AB-10F21B53FB9A}" srcId="{532BA052-1CCD-4353-8B7D-A406F56309CA}" destId="{6CEE2596-4A09-4F63-A958-9AB0132D6482}" srcOrd="0" destOrd="0" parTransId="{AC9C449F-DD10-4C7E-AC80-AE02D86BA87B}" sibTransId="{104E9A41-138C-46CD-B12B-E5A2B3ABCFD8}"/>
    <dgm:cxn modelId="{E0E527F1-877A-48E4-BC7D-0A756BA13CE8}" type="presOf" srcId="{532BA052-1CCD-4353-8B7D-A406F56309CA}" destId="{27B9CA47-7CA4-40BB-8C4A-868E727EE0EF}" srcOrd="0" destOrd="0" presId="urn:microsoft.com/office/officeart/2008/layout/VerticalCurvedList"/>
    <dgm:cxn modelId="{DB7AE217-05A2-40F2-A06A-06B90EFDC2DD}" type="presParOf" srcId="{27B9CA47-7CA4-40BB-8C4A-868E727EE0EF}" destId="{919EF2A7-6E9E-4398-8B2C-BC02219DD00A}" srcOrd="0" destOrd="0" presId="urn:microsoft.com/office/officeart/2008/layout/VerticalCurvedList"/>
    <dgm:cxn modelId="{07DEAAF8-D570-4B8F-93B3-A3871B8915E5}" type="presParOf" srcId="{919EF2A7-6E9E-4398-8B2C-BC02219DD00A}" destId="{1F8BBA55-048F-4D7C-AAC1-AE253BDFB51F}" srcOrd="0" destOrd="0" presId="urn:microsoft.com/office/officeart/2008/layout/VerticalCurvedList"/>
    <dgm:cxn modelId="{5DF26151-3804-49D1-992D-3831101328FF}" type="presParOf" srcId="{1F8BBA55-048F-4D7C-AAC1-AE253BDFB51F}" destId="{7BFBF2B9-CEEA-451C-8C24-6046747A5615}" srcOrd="0" destOrd="0" presId="urn:microsoft.com/office/officeart/2008/layout/VerticalCurvedList"/>
    <dgm:cxn modelId="{BCEA6DFE-C3FB-4DFC-B4A3-208114B0064F}" type="presParOf" srcId="{1F8BBA55-048F-4D7C-AAC1-AE253BDFB51F}" destId="{F7673B1E-477A-4120-A41D-FC5335F4DBFF}" srcOrd="1" destOrd="0" presId="urn:microsoft.com/office/officeart/2008/layout/VerticalCurvedList"/>
    <dgm:cxn modelId="{6B4D5125-C32C-45D9-845C-3DB462C28974}" type="presParOf" srcId="{1F8BBA55-048F-4D7C-AAC1-AE253BDFB51F}" destId="{C477D701-B450-48D5-97C9-42782F3896C7}" srcOrd="2" destOrd="0" presId="urn:microsoft.com/office/officeart/2008/layout/VerticalCurvedList"/>
    <dgm:cxn modelId="{CE20E36D-B6F0-4002-B00D-E35D9DCE8C82}" type="presParOf" srcId="{1F8BBA55-048F-4D7C-AAC1-AE253BDFB51F}" destId="{5825406A-DDE3-4F22-892F-BE32063AC638}" srcOrd="3" destOrd="0" presId="urn:microsoft.com/office/officeart/2008/layout/VerticalCurvedList"/>
    <dgm:cxn modelId="{8CC02734-D456-4561-8E12-481D0689032A}" type="presParOf" srcId="{919EF2A7-6E9E-4398-8B2C-BC02219DD00A}" destId="{A18EABCA-1E72-4C03-A6E1-269D00AF8E30}" srcOrd="1" destOrd="0" presId="urn:microsoft.com/office/officeart/2008/layout/VerticalCurvedList"/>
    <dgm:cxn modelId="{9F1C6A5F-82E6-4834-A9D2-A97D3B8C5785}" type="presParOf" srcId="{919EF2A7-6E9E-4398-8B2C-BC02219DD00A}" destId="{61190AA9-931A-4D25-9E54-7A96AAC42C62}" srcOrd="2" destOrd="0" presId="urn:microsoft.com/office/officeart/2008/layout/VerticalCurvedList"/>
    <dgm:cxn modelId="{5CBF97EE-7F5B-491B-A73F-31B17208A7D0}" type="presParOf" srcId="{61190AA9-931A-4D25-9E54-7A96AAC42C62}" destId="{E9BBA0C6-2C7E-479E-A63C-29178B961541}" srcOrd="0" destOrd="0" presId="urn:microsoft.com/office/officeart/2008/layout/VerticalCurvedList"/>
    <dgm:cxn modelId="{0FFA295D-D187-469E-96BF-DE38F3979269}" type="presParOf" srcId="{919EF2A7-6E9E-4398-8B2C-BC02219DD00A}" destId="{FC800387-6745-438A-A4A2-4B533E77A0A6}" srcOrd="3" destOrd="0" presId="urn:microsoft.com/office/officeart/2008/layout/VerticalCurvedList"/>
    <dgm:cxn modelId="{A0503A97-7EFF-4917-AC8E-AC8CFC967C27}" type="presParOf" srcId="{919EF2A7-6E9E-4398-8B2C-BC02219DD00A}" destId="{8CB4120A-8D36-4682-8DA4-2E07CE5C8A81}" srcOrd="4" destOrd="0" presId="urn:microsoft.com/office/officeart/2008/layout/VerticalCurvedList"/>
    <dgm:cxn modelId="{59A1621F-D7DB-4BC5-8297-409DB9D1382A}" type="presParOf" srcId="{8CB4120A-8D36-4682-8DA4-2E07CE5C8A81}" destId="{E75A8439-7824-4ED4-B344-DB88D059C626}" srcOrd="0" destOrd="0" presId="urn:microsoft.com/office/officeart/2008/layout/VerticalCurvedList"/>
    <dgm:cxn modelId="{8E1D1BFC-03F1-4524-BBB2-A5EF4E015C08}" type="presParOf" srcId="{919EF2A7-6E9E-4398-8B2C-BC02219DD00A}" destId="{39F21A85-9849-4AB9-919D-BB18BC800AE3}" srcOrd="5" destOrd="0" presId="urn:microsoft.com/office/officeart/2008/layout/VerticalCurvedList"/>
    <dgm:cxn modelId="{C53B1142-0926-4425-9EF3-272CC790F61C}" type="presParOf" srcId="{919EF2A7-6E9E-4398-8B2C-BC02219DD00A}" destId="{04D05347-3AAB-4856-890B-592950B138EE}" srcOrd="6" destOrd="0" presId="urn:microsoft.com/office/officeart/2008/layout/VerticalCurvedList"/>
    <dgm:cxn modelId="{3A8C260F-D385-4423-A4A0-94384444BA7D}" type="presParOf" srcId="{04D05347-3AAB-4856-890B-592950B138EE}" destId="{8E6B1002-1DF3-4BE5-A0FA-499BC84E88E0}" srcOrd="0" destOrd="0" presId="urn:microsoft.com/office/officeart/2008/layout/VerticalCurvedList"/>
    <dgm:cxn modelId="{FF78A084-E308-4EF3-A04D-0656B33A46F1}" type="presParOf" srcId="{919EF2A7-6E9E-4398-8B2C-BC02219DD00A}" destId="{4E4A9C51-5B2D-4B5A-A4CD-C551791454FF}" srcOrd="7" destOrd="0" presId="urn:microsoft.com/office/officeart/2008/layout/VerticalCurvedList"/>
    <dgm:cxn modelId="{B948A51A-5D59-4403-B56A-AA3F607AE310}" type="presParOf" srcId="{919EF2A7-6E9E-4398-8B2C-BC02219DD00A}" destId="{76BF25D5-180B-4918-9B3C-A3E285EC765F}" srcOrd="8" destOrd="0" presId="urn:microsoft.com/office/officeart/2008/layout/VerticalCurvedList"/>
    <dgm:cxn modelId="{F4BDA167-4C78-49FE-AD95-DA51B56B8BAD}" type="presParOf" srcId="{76BF25D5-180B-4918-9B3C-A3E285EC765F}" destId="{2A19871B-696E-43EA-8A01-75B9968CB4D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85A5A5B-869A-4D4D-AA3B-37F37AF88B1A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51CE59CE-B418-41CF-81BE-CBEA250DDB6E}">
      <dgm:prSet phldrT="[Testo]"/>
      <dgm:spPr/>
      <dgm:t>
        <a:bodyPr/>
        <a:lstStyle/>
        <a:p>
          <a:r>
            <a:rPr lang="it-IT" dirty="0"/>
            <a:t>Train first model on </a:t>
          </a:r>
          <a:r>
            <a:rPr lang="it-IT" dirty="0" err="1"/>
            <a:t>labeled</a:t>
          </a:r>
          <a:r>
            <a:rPr lang="it-IT" dirty="0"/>
            <a:t> data</a:t>
          </a:r>
        </a:p>
      </dgm:t>
    </dgm:pt>
    <dgm:pt modelId="{765A362B-5212-4093-AF02-33A8023DF89A}" type="parTrans" cxnId="{8AAA470F-083D-4067-9EAC-2681A3AD5447}">
      <dgm:prSet/>
      <dgm:spPr/>
      <dgm:t>
        <a:bodyPr/>
        <a:lstStyle/>
        <a:p>
          <a:endParaRPr lang="it-IT"/>
        </a:p>
      </dgm:t>
    </dgm:pt>
    <dgm:pt modelId="{58BBE5BE-B004-4C53-B417-9B2EA2422791}" type="sibTrans" cxnId="{8AAA470F-083D-4067-9EAC-2681A3AD5447}">
      <dgm:prSet/>
      <dgm:spPr/>
      <dgm:t>
        <a:bodyPr/>
        <a:lstStyle/>
        <a:p>
          <a:endParaRPr lang="it-IT"/>
        </a:p>
      </dgm:t>
    </dgm:pt>
    <dgm:pt modelId="{5963A131-B926-486B-8BA7-D4EEBB9F369E}">
      <dgm:prSet phldrT="[Testo]"/>
      <dgm:spPr/>
      <dgm:t>
        <a:bodyPr/>
        <a:lstStyle/>
        <a:p>
          <a:r>
            <a:rPr lang="it-IT" dirty="0"/>
            <a:t>Combine </a:t>
          </a:r>
          <a:r>
            <a:rPr lang="it-IT" dirty="0" err="1"/>
            <a:t>labeled</a:t>
          </a:r>
          <a:r>
            <a:rPr lang="it-IT" dirty="0"/>
            <a:t> data and pseudo-</a:t>
          </a:r>
          <a:r>
            <a:rPr lang="it-IT" dirty="0" err="1"/>
            <a:t>labeled</a:t>
          </a:r>
          <a:r>
            <a:rPr lang="it-IT" dirty="0"/>
            <a:t> data </a:t>
          </a:r>
          <a:r>
            <a:rPr lang="it-IT" dirty="0" err="1"/>
            <a:t>into</a:t>
          </a:r>
          <a:r>
            <a:rPr lang="it-IT" dirty="0"/>
            <a:t> new dataset</a:t>
          </a:r>
        </a:p>
      </dgm:t>
    </dgm:pt>
    <dgm:pt modelId="{4B24C548-6232-40B4-8452-15E95E8383C7}" type="parTrans" cxnId="{441FAE7C-0C98-489B-841F-AF2785CDC80C}">
      <dgm:prSet/>
      <dgm:spPr/>
      <dgm:t>
        <a:bodyPr/>
        <a:lstStyle/>
        <a:p>
          <a:endParaRPr lang="it-IT"/>
        </a:p>
      </dgm:t>
    </dgm:pt>
    <dgm:pt modelId="{2CEB5FDF-D01E-41EC-A19B-5614CE400722}" type="sibTrans" cxnId="{441FAE7C-0C98-489B-841F-AF2785CDC80C}">
      <dgm:prSet/>
      <dgm:spPr/>
      <dgm:t>
        <a:bodyPr/>
        <a:lstStyle/>
        <a:p>
          <a:endParaRPr lang="it-IT"/>
        </a:p>
      </dgm:t>
    </dgm:pt>
    <dgm:pt modelId="{12B582DD-D341-47B0-A91B-868783934D81}">
      <dgm:prSet phldrT="[Testo]"/>
      <dgm:spPr/>
      <dgm:t>
        <a:bodyPr/>
        <a:lstStyle/>
        <a:p>
          <a:r>
            <a:rPr lang="it-IT" dirty="0" err="1"/>
            <a:t>Calculate</a:t>
          </a:r>
          <a:r>
            <a:rPr lang="it-IT" dirty="0"/>
            <a:t> label </a:t>
          </a:r>
          <a:r>
            <a:rPr lang="it-IT" dirty="0" err="1"/>
            <a:t>prediction</a:t>
          </a:r>
          <a:r>
            <a:rPr lang="it-IT" dirty="0"/>
            <a:t> </a:t>
          </a:r>
          <a:r>
            <a:rPr lang="it-IT" dirty="0" err="1"/>
            <a:t>value</a:t>
          </a:r>
          <a:r>
            <a:rPr lang="it-IT" dirty="0"/>
            <a:t> for </a:t>
          </a:r>
          <a:r>
            <a:rPr lang="it-IT" dirty="0" err="1"/>
            <a:t>unlabeled</a:t>
          </a:r>
          <a:r>
            <a:rPr lang="it-IT" dirty="0"/>
            <a:t> data</a:t>
          </a:r>
        </a:p>
      </dgm:t>
    </dgm:pt>
    <dgm:pt modelId="{25A16DB2-A817-44B3-AF7F-6574C1EEA12F}" type="parTrans" cxnId="{CDAC90FE-CEC9-4D10-A8EA-FEEFDECE68AC}">
      <dgm:prSet/>
      <dgm:spPr/>
      <dgm:t>
        <a:bodyPr/>
        <a:lstStyle/>
        <a:p>
          <a:endParaRPr lang="it-IT"/>
        </a:p>
      </dgm:t>
    </dgm:pt>
    <dgm:pt modelId="{97F85463-9AB2-47CB-A861-3861DE2559E0}" type="sibTrans" cxnId="{CDAC90FE-CEC9-4D10-A8EA-FEEFDECE68AC}">
      <dgm:prSet/>
      <dgm:spPr/>
      <dgm:t>
        <a:bodyPr/>
        <a:lstStyle/>
        <a:p>
          <a:endParaRPr lang="it-IT"/>
        </a:p>
      </dgm:t>
    </dgm:pt>
    <dgm:pt modelId="{E74716C9-CC16-4BC9-9FE8-522F976E1F27}">
      <dgm:prSet phldrT="[Testo]"/>
      <dgm:spPr/>
      <dgm:t>
        <a:bodyPr/>
        <a:lstStyle/>
        <a:p>
          <a:r>
            <a:rPr lang="it-IT" dirty="0"/>
            <a:t>Train second model on new dataset </a:t>
          </a:r>
          <a:r>
            <a:rPr lang="it-IT" dirty="0" err="1"/>
            <a:t>created</a:t>
          </a:r>
          <a:endParaRPr lang="it-IT" dirty="0"/>
        </a:p>
      </dgm:t>
    </dgm:pt>
    <dgm:pt modelId="{5BAF0E5F-F51E-4342-A262-B0ED9A19E612}" type="parTrans" cxnId="{08C41B68-2E9C-4A92-829D-D9C098FD3330}">
      <dgm:prSet/>
      <dgm:spPr/>
      <dgm:t>
        <a:bodyPr/>
        <a:lstStyle/>
        <a:p>
          <a:endParaRPr lang="it-IT"/>
        </a:p>
      </dgm:t>
    </dgm:pt>
    <dgm:pt modelId="{6B444FA4-6747-48EB-9B50-A289478A04EF}" type="sibTrans" cxnId="{08C41B68-2E9C-4A92-829D-D9C098FD3330}">
      <dgm:prSet/>
      <dgm:spPr/>
      <dgm:t>
        <a:bodyPr/>
        <a:lstStyle/>
        <a:p>
          <a:endParaRPr lang="it-IT"/>
        </a:p>
      </dgm:t>
    </dgm:pt>
    <dgm:pt modelId="{62B55AB1-C24B-4397-BDBD-EA0A71FCA635}" type="pres">
      <dgm:prSet presAssocID="{B85A5A5B-869A-4D4D-AA3B-37F37AF88B1A}" presName="Name0" presStyleCnt="0">
        <dgm:presLayoutVars>
          <dgm:chMax val="7"/>
          <dgm:chPref val="7"/>
          <dgm:dir/>
        </dgm:presLayoutVars>
      </dgm:prSet>
      <dgm:spPr/>
    </dgm:pt>
    <dgm:pt modelId="{C67207A2-DE8E-47A5-A839-96CDD47CFDD1}" type="pres">
      <dgm:prSet presAssocID="{B85A5A5B-869A-4D4D-AA3B-37F37AF88B1A}" presName="Name1" presStyleCnt="0"/>
      <dgm:spPr/>
    </dgm:pt>
    <dgm:pt modelId="{07308AB6-A8EA-4D48-BCBA-ED9E46BCB944}" type="pres">
      <dgm:prSet presAssocID="{B85A5A5B-869A-4D4D-AA3B-37F37AF88B1A}" presName="cycle" presStyleCnt="0"/>
      <dgm:spPr/>
    </dgm:pt>
    <dgm:pt modelId="{E60F60D3-3BA1-4DDE-A92D-770D0EBCD197}" type="pres">
      <dgm:prSet presAssocID="{B85A5A5B-869A-4D4D-AA3B-37F37AF88B1A}" presName="srcNode" presStyleLbl="node1" presStyleIdx="0" presStyleCnt="4"/>
      <dgm:spPr/>
    </dgm:pt>
    <dgm:pt modelId="{E3FE188B-9D17-49BD-BA0E-E03A2F4C857B}" type="pres">
      <dgm:prSet presAssocID="{B85A5A5B-869A-4D4D-AA3B-37F37AF88B1A}" presName="conn" presStyleLbl="parChTrans1D2" presStyleIdx="0" presStyleCnt="1"/>
      <dgm:spPr/>
    </dgm:pt>
    <dgm:pt modelId="{251B33F7-CB68-4C5F-853A-E3D63E5036EA}" type="pres">
      <dgm:prSet presAssocID="{B85A5A5B-869A-4D4D-AA3B-37F37AF88B1A}" presName="extraNode" presStyleLbl="node1" presStyleIdx="0" presStyleCnt="4"/>
      <dgm:spPr/>
    </dgm:pt>
    <dgm:pt modelId="{34821BE3-F93F-438E-8F2D-17EC8CBE91FC}" type="pres">
      <dgm:prSet presAssocID="{B85A5A5B-869A-4D4D-AA3B-37F37AF88B1A}" presName="dstNode" presStyleLbl="node1" presStyleIdx="0" presStyleCnt="4"/>
      <dgm:spPr/>
    </dgm:pt>
    <dgm:pt modelId="{AF330468-544A-48CA-B577-2AFCA6404162}" type="pres">
      <dgm:prSet presAssocID="{51CE59CE-B418-41CF-81BE-CBEA250DDB6E}" presName="text_1" presStyleLbl="node1" presStyleIdx="0" presStyleCnt="4">
        <dgm:presLayoutVars>
          <dgm:bulletEnabled val="1"/>
        </dgm:presLayoutVars>
      </dgm:prSet>
      <dgm:spPr/>
    </dgm:pt>
    <dgm:pt modelId="{385A222D-60D0-4BD9-9987-4EBD5E9F5426}" type="pres">
      <dgm:prSet presAssocID="{51CE59CE-B418-41CF-81BE-CBEA250DDB6E}" presName="accent_1" presStyleCnt="0"/>
      <dgm:spPr/>
    </dgm:pt>
    <dgm:pt modelId="{CD6BCF04-31AA-495D-8546-A9DA0315FE8F}" type="pres">
      <dgm:prSet presAssocID="{51CE59CE-B418-41CF-81BE-CBEA250DDB6E}" presName="accentRepeatNode" presStyleLbl="solidFgAcc1" presStyleIdx="0" presStyleCnt="4"/>
      <dgm:spPr/>
    </dgm:pt>
    <dgm:pt modelId="{0397D26A-F459-4F5F-AB54-189FB1EF63A5}" type="pres">
      <dgm:prSet presAssocID="{12B582DD-D341-47B0-A91B-868783934D81}" presName="text_2" presStyleLbl="node1" presStyleIdx="1" presStyleCnt="4">
        <dgm:presLayoutVars>
          <dgm:bulletEnabled val="1"/>
        </dgm:presLayoutVars>
      </dgm:prSet>
      <dgm:spPr/>
    </dgm:pt>
    <dgm:pt modelId="{0FFC605D-4C60-4A28-8469-DA0AAB8D2CF7}" type="pres">
      <dgm:prSet presAssocID="{12B582DD-D341-47B0-A91B-868783934D81}" presName="accent_2" presStyleCnt="0"/>
      <dgm:spPr/>
    </dgm:pt>
    <dgm:pt modelId="{00584FF1-2FDA-4540-8028-4CFA2D0B9541}" type="pres">
      <dgm:prSet presAssocID="{12B582DD-D341-47B0-A91B-868783934D81}" presName="accentRepeatNode" presStyleLbl="solidFgAcc1" presStyleIdx="1" presStyleCnt="4"/>
      <dgm:spPr/>
    </dgm:pt>
    <dgm:pt modelId="{41010B6C-528C-498D-9D12-076D2C56F74E}" type="pres">
      <dgm:prSet presAssocID="{5963A131-B926-486B-8BA7-D4EEBB9F369E}" presName="text_3" presStyleLbl="node1" presStyleIdx="2" presStyleCnt="4">
        <dgm:presLayoutVars>
          <dgm:bulletEnabled val="1"/>
        </dgm:presLayoutVars>
      </dgm:prSet>
      <dgm:spPr/>
    </dgm:pt>
    <dgm:pt modelId="{501F0B9F-D850-4CEE-B97F-E011C92F6DBB}" type="pres">
      <dgm:prSet presAssocID="{5963A131-B926-486B-8BA7-D4EEBB9F369E}" presName="accent_3" presStyleCnt="0"/>
      <dgm:spPr/>
    </dgm:pt>
    <dgm:pt modelId="{39FB3A29-D1F2-498C-A4A8-96F4F3BBEE73}" type="pres">
      <dgm:prSet presAssocID="{5963A131-B926-486B-8BA7-D4EEBB9F369E}" presName="accentRepeatNode" presStyleLbl="solidFgAcc1" presStyleIdx="2" presStyleCnt="4"/>
      <dgm:spPr/>
    </dgm:pt>
    <dgm:pt modelId="{D3EDA666-6F46-4ECE-9164-5653439F7DFE}" type="pres">
      <dgm:prSet presAssocID="{E74716C9-CC16-4BC9-9FE8-522F976E1F27}" presName="text_4" presStyleLbl="node1" presStyleIdx="3" presStyleCnt="4">
        <dgm:presLayoutVars>
          <dgm:bulletEnabled val="1"/>
        </dgm:presLayoutVars>
      </dgm:prSet>
      <dgm:spPr/>
    </dgm:pt>
    <dgm:pt modelId="{E64E9CCD-FAED-4155-A271-C6CD4A96B858}" type="pres">
      <dgm:prSet presAssocID="{E74716C9-CC16-4BC9-9FE8-522F976E1F27}" presName="accent_4" presStyleCnt="0"/>
      <dgm:spPr/>
    </dgm:pt>
    <dgm:pt modelId="{55575448-634B-4A53-B1DC-162C2DF4EFD5}" type="pres">
      <dgm:prSet presAssocID="{E74716C9-CC16-4BC9-9FE8-522F976E1F27}" presName="accentRepeatNode" presStyleLbl="solidFgAcc1" presStyleIdx="3" presStyleCnt="4"/>
      <dgm:spPr/>
    </dgm:pt>
  </dgm:ptLst>
  <dgm:cxnLst>
    <dgm:cxn modelId="{B1EBBC09-CE6F-48D3-9C7A-D1B13F7A4C76}" type="presOf" srcId="{58BBE5BE-B004-4C53-B417-9B2EA2422791}" destId="{E3FE188B-9D17-49BD-BA0E-E03A2F4C857B}" srcOrd="0" destOrd="0" presId="urn:microsoft.com/office/officeart/2008/layout/VerticalCurvedList"/>
    <dgm:cxn modelId="{8AAA470F-083D-4067-9EAC-2681A3AD5447}" srcId="{B85A5A5B-869A-4D4D-AA3B-37F37AF88B1A}" destId="{51CE59CE-B418-41CF-81BE-CBEA250DDB6E}" srcOrd="0" destOrd="0" parTransId="{765A362B-5212-4093-AF02-33A8023DF89A}" sibTransId="{58BBE5BE-B004-4C53-B417-9B2EA2422791}"/>
    <dgm:cxn modelId="{08C41B68-2E9C-4A92-829D-D9C098FD3330}" srcId="{B85A5A5B-869A-4D4D-AA3B-37F37AF88B1A}" destId="{E74716C9-CC16-4BC9-9FE8-522F976E1F27}" srcOrd="3" destOrd="0" parTransId="{5BAF0E5F-F51E-4342-A262-B0ED9A19E612}" sibTransId="{6B444FA4-6747-48EB-9B50-A289478A04EF}"/>
    <dgm:cxn modelId="{441FAE7C-0C98-489B-841F-AF2785CDC80C}" srcId="{B85A5A5B-869A-4D4D-AA3B-37F37AF88B1A}" destId="{5963A131-B926-486B-8BA7-D4EEBB9F369E}" srcOrd="2" destOrd="0" parTransId="{4B24C548-6232-40B4-8452-15E95E8383C7}" sibTransId="{2CEB5FDF-D01E-41EC-A19B-5614CE400722}"/>
    <dgm:cxn modelId="{C4AADA99-00F2-4DFF-8340-4A3B5C4D3845}" type="presOf" srcId="{5963A131-B926-486B-8BA7-D4EEBB9F369E}" destId="{41010B6C-528C-498D-9D12-076D2C56F74E}" srcOrd="0" destOrd="0" presId="urn:microsoft.com/office/officeart/2008/layout/VerticalCurvedList"/>
    <dgm:cxn modelId="{89B9F8B7-D2DB-4F68-8100-4E9F3D3EA9EB}" type="presOf" srcId="{E74716C9-CC16-4BC9-9FE8-522F976E1F27}" destId="{D3EDA666-6F46-4ECE-9164-5653439F7DFE}" srcOrd="0" destOrd="0" presId="urn:microsoft.com/office/officeart/2008/layout/VerticalCurvedList"/>
    <dgm:cxn modelId="{E95EFCC8-89DD-407B-849A-211F334F3C05}" type="presOf" srcId="{B85A5A5B-869A-4D4D-AA3B-37F37AF88B1A}" destId="{62B55AB1-C24B-4397-BDBD-EA0A71FCA635}" srcOrd="0" destOrd="0" presId="urn:microsoft.com/office/officeart/2008/layout/VerticalCurvedList"/>
    <dgm:cxn modelId="{529A6DF1-11C5-4244-A568-B34E75F6119E}" type="presOf" srcId="{51CE59CE-B418-41CF-81BE-CBEA250DDB6E}" destId="{AF330468-544A-48CA-B577-2AFCA6404162}" srcOrd="0" destOrd="0" presId="urn:microsoft.com/office/officeart/2008/layout/VerticalCurvedList"/>
    <dgm:cxn modelId="{EE2DD5F7-6F11-4D20-81F8-75AD653B4F12}" type="presOf" srcId="{12B582DD-D341-47B0-A91B-868783934D81}" destId="{0397D26A-F459-4F5F-AB54-189FB1EF63A5}" srcOrd="0" destOrd="0" presId="urn:microsoft.com/office/officeart/2008/layout/VerticalCurvedList"/>
    <dgm:cxn modelId="{CDAC90FE-CEC9-4D10-A8EA-FEEFDECE68AC}" srcId="{B85A5A5B-869A-4D4D-AA3B-37F37AF88B1A}" destId="{12B582DD-D341-47B0-A91B-868783934D81}" srcOrd="1" destOrd="0" parTransId="{25A16DB2-A817-44B3-AF7F-6574C1EEA12F}" sibTransId="{97F85463-9AB2-47CB-A861-3861DE2559E0}"/>
    <dgm:cxn modelId="{17899635-64EF-41BF-B15A-4260DE71CE1A}" type="presParOf" srcId="{62B55AB1-C24B-4397-BDBD-EA0A71FCA635}" destId="{C67207A2-DE8E-47A5-A839-96CDD47CFDD1}" srcOrd="0" destOrd="0" presId="urn:microsoft.com/office/officeart/2008/layout/VerticalCurvedList"/>
    <dgm:cxn modelId="{62CAF5D9-B4FD-4B62-803D-C6FEBBC0195C}" type="presParOf" srcId="{C67207A2-DE8E-47A5-A839-96CDD47CFDD1}" destId="{07308AB6-A8EA-4D48-BCBA-ED9E46BCB944}" srcOrd="0" destOrd="0" presId="urn:microsoft.com/office/officeart/2008/layout/VerticalCurvedList"/>
    <dgm:cxn modelId="{A810F3FD-D819-4092-B1D3-0CA00FE48F73}" type="presParOf" srcId="{07308AB6-A8EA-4D48-BCBA-ED9E46BCB944}" destId="{E60F60D3-3BA1-4DDE-A92D-770D0EBCD197}" srcOrd="0" destOrd="0" presId="urn:microsoft.com/office/officeart/2008/layout/VerticalCurvedList"/>
    <dgm:cxn modelId="{700EF8E4-10FA-4437-B51C-7593ADF221BF}" type="presParOf" srcId="{07308AB6-A8EA-4D48-BCBA-ED9E46BCB944}" destId="{E3FE188B-9D17-49BD-BA0E-E03A2F4C857B}" srcOrd="1" destOrd="0" presId="urn:microsoft.com/office/officeart/2008/layout/VerticalCurvedList"/>
    <dgm:cxn modelId="{64077924-AE3F-4FCC-B76D-C69D9FA67D7A}" type="presParOf" srcId="{07308AB6-A8EA-4D48-BCBA-ED9E46BCB944}" destId="{251B33F7-CB68-4C5F-853A-E3D63E5036EA}" srcOrd="2" destOrd="0" presId="urn:microsoft.com/office/officeart/2008/layout/VerticalCurvedList"/>
    <dgm:cxn modelId="{487BE9FB-C13C-4EE3-A153-9750FECC218B}" type="presParOf" srcId="{07308AB6-A8EA-4D48-BCBA-ED9E46BCB944}" destId="{34821BE3-F93F-438E-8F2D-17EC8CBE91FC}" srcOrd="3" destOrd="0" presId="urn:microsoft.com/office/officeart/2008/layout/VerticalCurvedList"/>
    <dgm:cxn modelId="{B7120864-E076-4615-AB6E-A3C0E3FE0C0E}" type="presParOf" srcId="{C67207A2-DE8E-47A5-A839-96CDD47CFDD1}" destId="{AF330468-544A-48CA-B577-2AFCA6404162}" srcOrd="1" destOrd="0" presId="urn:microsoft.com/office/officeart/2008/layout/VerticalCurvedList"/>
    <dgm:cxn modelId="{0F46196F-2690-45F3-AC0E-C5B3038C1A3B}" type="presParOf" srcId="{C67207A2-DE8E-47A5-A839-96CDD47CFDD1}" destId="{385A222D-60D0-4BD9-9987-4EBD5E9F5426}" srcOrd="2" destOrd="0" presId="urn:microsoft.com/office/officeart/2008/layout/VerticalCurvedList"/>
    <dgm:cxn modelId="{9A03EAB6-7812-44C6-A265-F2C5DB972B53}" type="presParOf" srcId="{385A222D-60D0-4BD9-9987-4EBD5E9F5426}" destId="{CD6BCF04-31AA-495D-8546-A9DA0315FE8F}" srcOrd="0" destOrd="0" presId="urn:microsoft.com/office/officeart/2008/layout/VerticalCurvedList"/>
    <dgm:cxn modelId="{7915D29D-9780-4F83-A355-072ECE029E58}" type="presParOf" srcId="{C67207A2-DE8E-47A5-A839-96CDD47CFDD1}" destId="{0397D26A-F459-4F5F-AB54-189FB1EF63A5}" srcOrd="3" destOrd="0" presId="urn:microsoft.com/office/officeart/2008/layout/VerticalCurvedList"/>
    <dgm:cxn modelId="{0D43D247-96BE-47F9-A32F-06AB86C27904}" type="presParOf" srcId="{C67207A2-DE8E-47A5-A839-96CDD47CFDD1}" destId="{0FFC605D-4C60-4A28-8469-DA0AAB8D2CF7}" srcOrd="4" destOrd="0" presId="urn:microsoft.com/office/officeart/2008/layout/VerticalCurvedList"/>
    <dgm:cxn modelId="{B99F04C5-8918-48A1-8B1C-2B57D1EE6636}" type="presParOf" srcId="{0FFC605D-4C60-4A28-8469-DA0AAB8D2CF7}" destId="{00584FF1-2FDA-4540-8028-4CFA2D0B9541}" srcOrd="0" destOrd="0" presId="urn:microsoft.com/office/officeart/2008/layout/VerticalCurvedList"/>
    <dgm:cxn modelId="{E2F7B6AB-FD48-4CBE-9CC9-87B3DE2B782D}" type="presParOf" srcId="{C67207A2-DE8E-47A5-A839-96CDD47CFDD1}" destId="{41010B6C-528C-498D-9D12-076D2C56F74E}" srcOrd="5" destOrd="0" presId="urn:microsoft.com/office/officeart/2008/layout/VerticalCurvedList"/>
    <dgm:cxn modelId="{850B53C6-AFB8-441F-86EF-7C024FADC92E}" type="presParOf" srcId="{C67207A2-DE8E-47A5-A839-96CDD47CFDD1}" destId="{501F0B9F-D850-4CEE-B97F-E011C92F6DBB}" srcOrd="6" destOrd="0" presId="urn:microsoft.com/office/officeart/2008/layout/VerticalCurvedList"/>
    <dgm:cxn modelId="{AF1A9C1D-5B4E-41A4-9030-4A219785591A}" type="presParOf" srcId="{501F0B9F-D850-4CEE-B97F-E011C92F6DBB}" destId="{39FB3A29-D1F2-498C-A4A8-96F4F3BBEE73}" srcOrd="0" destOrd="0" presId="urn:microsoft.com/office/officeart/2008/layout/VerticalCurvedList"/>
    <dgm:cxn modelId="{73F9FB37-E86C-4986-9C1A-DF39045E3E0C}" type="presParOf" srcId="{C67207A2-DE8E-47A5-A839-96CDD47CFDD1}" destId="{D3EDA666-6F46-4ECE-9164-5653439F7DFE}" srcOrd="7" destOrd="0" presId="urn:microsoft.com/office/officeart/2008/layout/VerticalCurvedList"/>
    <dgm:cxn modelId="{29569FA6-CBFA-46F6-B429-BC259CD5EFD9}" type="presParOf" srcId="{C67207A2-DE8E-47A5-A839-96CDD47CFDD1}" destId="{E64E9CCD-FAED-4155-A271-C6CD4A96B858}" srcOrd="8" destOrd="0" presId="urn:microsoft.com/office/officeart/2008/layout/VerticalCurvedList"/>
    <dgm:cxn modelId="{D7616FCB-BA35-4E11-8888-1502E0EE2739}" type="presParOf" srcId="{E64E9CCD-FAED-4155-A271-C6CD4A96B858}" destId="{55575448-634B-4A53-B1DC-162C2DF4EFD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DEB4C53-A23E-4B35-882C-2F49B9EA1D21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D5C3D680-4C9E-4365-9932-C236A3C3F94C}">
      <dgm:prSet phldrT="[Testo]"/>
      <dgm:spPr/>
      <dgm:t>
        <a:bodyPr/>
        <a:lstStyle/>
        <a:p>
          <a:r>
            <a:rPr lang="it-IT" dirty="0" err="1"/>
            <a:t>Supervised</a:t>
          </a:r>
          <a:r>
            <a:rPr lang="it-IT" dirty="0"/>
            <a:t> learning </a:t>
          </a:r>
          <a:r>
            <a:rPr lang="it-IT" dirty="0" err="1"/>
            <a:t>problem</a:t>
          </a:r>
          <a:endParaRPr lang="it-IT" dirty="0"/>
        </a:p>
      </dgm:t>
    </dgm:pt>
    <dgm:pt modelId="{56B24896-3C78-4843-811B-BC3C1A476B4F}" type="parTrans" cxnId="{72C4573A-819B-432D-AB0B-4F20CB6602A8}">
      <dgm:prSet/>
      <dgm:spPr/>
      <dgm:t>
        <a:bodyPr/>
        <a:lstStyle/>
        <a:p>
          <a:endParaRPr lang="it-IT"/>
        </a:p>
      </dgm:t>
    </dgm:pt>
    <dgm:pt modelId="{DDB46BBC-00A9-474A-853B-4A2200A3ECD9}" type="sibTrans" cxnId="{72C4573A-819B-432D-AB0B-4F20CB6602A8}">
      <dgm:prSet/>
      <dgm:spPr/>
      <dgm:t>
        <a:bodyPr/>
        <a:lstStyle/>
        <a:p>
          <a:endParaRPr lang="it-IT"/>
        </a:p>
      </dgm:t>
    </dgm:pt>
    <dgm:pt modelId="{DCE1E099-C03E-4FDD-B132-E9E956B97333}">
      <dgm:prSet phldrT="[Testo]"/>
      <dgm:spPr/>
      <dgm:t>
        <a:bodyPr/>
        <a:lstStyle/>
        <a:p>
          <a:r>
            <a:rPr lang="it-IT" dirty="0" err="1"/>
            <a:t>Specialized</a:t>
          </a:r>
          <a:r>
            <a:rPr lang="it-IT" dirty="0"/>
            <a:t> </a:t>
          </a:r>
          <a:r>
            <a:rPr lang="it-IT" dirty="0" err="1"/>
            <a:t>prediction</a:t>
          </a:r>
          <a:r>
            <a:rPr lang="it-IT" dirty="0"/>
            <a:t> task</a:t>
          </a:r>
        </a:p>
      </dgm:t>
    </dgm:pt>
    <dgm:pt modelId="{FFDBC2D6-1A1A-4E81-95D8-B55F441A5C43}" type="parTrans" cxnId="{E880BA77-9FA3-4068-AD87-A2B9D2FCD325}">
      <dgm:prSet/>
      <dgm:spPr/>
      <dgm:t>
        <a:bodyPr/>
        <a:lstStyle/>
        <a:p>
          <a:endParaRPr lang="it-IT"/>
        </a:p>
      </dgm:t>
    </dgm:pt>
    <dgm:pt modelId="{2E6E6981-2172-4055-851C-E680F221E92E}" type="sibTrans" cxnId="{E880BA77-9FA3-4068-AD87-A2B9D2FCD325}">
      <dgm:prSet/>
      <dgm:spPr/>
      <dgm:t>
        <a:bodyPr/>
        <a:lstStyle/>
        <a:p>
          <a:endParaRPr lang="it-IT"/>
        </a:p>
      </dgm:t>
    </dgm:pt>
    <dgm:pt modelId="{436AF41F-9858-4B6A-AC3D-0741790E8BD6}">
      <dgm:prSet phldrT="[Testo]"/>
      <dgm:spPr/>
      <dgm:t>
        <a:bodyPr/>
        <a:lstStyle/>
        <a:p>
          <a:r>
            <a:rPr lang="en-US"/>
            <a:t>Suggests interest items to the user</a:t>
          </a:r>
          <a:endParaRPr lang="it-IT" dirty="0"/>
        </a:p>
      </dgm:t>
    </dgm:pt>
    <dgm:pt modelId="{DFF40323-B233-41B2-A83E-54F02B86C659}" type="parTrans" cxnId="{4489F562-17FB-4490-A19D-09C5CD459142}">
      <dgm:prSet/>
      <dgm:spPr/>
    </dgm:pt>
    <dgm:pt modelId="{2F24DA8A-F1A2-40BD-94AF-D275B7D67AF0}" type="sibTrans" cxnId="{4489F562-17FB-4490-A19D-09C5CD459142}">
      <dgm:prSet/>
      <dgm:spPr/>
    </dgm:pt>
    <dgm:pt modelId="{A8D44A54-57B9-4096-88F3-2F2A82951C88}" type="pres">
      <dgm:prSet presAssocID="{EDEB4C53-A23E-4B35-882C-2F49B9EA1D21}" presName="Name0" presStyleCnt="0">
        <dgm:presLayoutVars>
          <dgm:chMax val="7"/>
          <dgm:chPref val="7"/>
          <dgm:dir/>
        </dgm:presLayoutVars>
      </dgm:prSet>
      <dgm:spPr/>
    </dgm:pt>
    <dgm:pt modelId="{1DF88767-6902-4A87-BF23-EF46220F914A}" type="pres">
      <dgm:prSet presAssocID="{EDEB4C53-A23E-4B35-882C-2F49B9EA1D21}" presName="Name1" presStyleCnt="0"/>
      <dgm:spPr/>
    </dgm:pt>
    <dgm:pt modelId="{41518F56-5429-4FD8-B22D-2CCBA31B0BA6}" type="pres">
      <dgm:prSet presAssocID="{EDEB4C53-A23E-4B35-882C-2F49B9EA1D21}" presName="cycle" presStyleCnt="0"/>
      <dgm:spPr/>
    </dgm:pt>
    <dgm:pt modelId="{00543756-5621-4C25-8DEB-7346832D3942}" type="pres">
      <dgm:prSet presAssocID="{EDEB4C53-A23E-4B35-882C-2F49B9EA1D21}" presName="srcNode" presStyleLbl="node1" presStyleIdx="0" presStyleCnt="3"/>
      <dgm:spPr/>
    </dgm:pt>
    <dgm:pt modelId="{50D20B78-1AAA-4A61-B0A3-8CC6CFA6D61B}" type="pres">
      <dgm:prSet presAssocID="{EDEB4C53-A23E-4B35-882C-2F49B9EA1D21}" presName="conn" presStyleLbl="parChTrans1D2" presStyleIdx="0" presStyleCnt="1"/>
      <dgm:spPr/>
    </dgm:pt>
    <dgm:pt modelId="{E0A34C26-A87B-4656-94D0-E2EC501E18C6}" type="pres">
      <dgm:prSet presAssocID="{EDEB4C53-A23E-4B35-882C-2F49B9EA1D21}" presName="extraNode" presStyleLbl="node1" presStyleIdx="0" presStyleCnt="3"/>
      <dgm:spPr/>
    </dgm:pt>
    <dgm:pt modelId="{26296FDD-228E-46E9-9F4B-71B6F3FD8ECE}" type="pres">
      <dgm:prSet presAssocID="{EDEB4C53-A23E-4B35-882C-2F49B9EA1D21}" presName="dstNode" presStyleLbl="node1" presStyleIdx="0" presStyleCnt="3"/>
      <dgm:spPr/>
    </dgm:pt>
    <dgm:pt modelId="{50816927-448A-4BF5-B13A-9CB2E83A04B6}" type="pres">
      <dgm:prSet presAssocID="{D5C3D680-4C9E-4365-9932-C236A3C3F94C}" presName="text_1" presStyleLbl="node1" presStyleIdx="0" presStyleCnt="3">
        <dgm:presLayoutVars>
          <dgm:bulletEnabled val="1"/>
        </dgm:presLayoutVars>
      </dgm:prSet>
      <dgm:spPr/>
    </dgm:pt>
    <dgm:pt modelId="{E6E25C61-3B92-4698-8D57-324DED144E21}" type="pres">
      <dgm:prSet presAssocID="{D5C3D680-4C9E-4365-9932-C236A3C3F94C}" presName="accent_1" presStyleCnt="0"/>
      <dgm:spPr/>
    </dgm:pt>
    <dgm:pt modelId="{CF8BF7EB-E398-4E1F-A025-DD65AAD5EA20}" type="pres">
      <dgm:prSet presAssocID="{D5C3D680-4C9E-4365-9932-C236A3C3F94C}" presName="accentRepeatNode" presStyleLbl="solidFgAcc1" presStyleIdx="0" presStyleCnt="3"/>
      <dgm:spPr/>
    </dgm:pt>
    <dgm:pt modelId="{A83E97FE-75CD-443E-A525-A17F39C0FFE9}" type="pres">
      <dgm:prSet presAssocID="{DCE1E099-C03E-4FDD-B132-E9E956B97333}" presName="text_2" presStyleLbl="node1" presStyleIdx="1" presStyleCnt="3">
        <dgm:presLayoutVars>
          <dgm:bulletEnabled val="1"/>
        </dgm:presLayoutVars>
      </dgm:prSet>
      <dgm:spPr/>
    </dgm:pt>
    <dgm:pt modelId="{19D37961-9245-4BB0-AD08-08D012FE73D9}" type="pres">
      <dgm:prSet presAssocID="{DCE1E099-C03E-4FDD-B132-E9E956B97333}" presName="accent_2" presStyleCnt="0"/>
      <dgm:spPr/>
    </dgm:pt>
    <dgm:pt modelId="{78DCA714-AEEC-4803-A97F-9825B06BAF76}" type="pres">
      <dgm:prSet presAssocID="{DCE1E099-C03E-4FDD-B132-E9E956B97333}" presName="accentRepeatNode" presStyleLbl="solidFgAcc1" presStyleIdx="1" presStyleCnt="3"/>
      <dgm:spPr/>
    </dgm:pt>
    <dgm:pt modelId="{5C7B616F-F144-4A6A-9705-CCBF64DED1BC}" type="pres">
      <dgm:prSet presAssocID="{436AF41F-9858-4B6A-AC3D-0741790E8BD6}" presName="text_3" presStyleLbl="node1" presStyleIdx="2" presStyleCnt="3">
        <dgm:presLayoutVars>
          <dgm:bulletEnabled val="1"/>
        </dgm:presLayoutVars>
      </dgm:prSet>
      <dgm:spPr/>
    </dgm:pt>
    <dgm:pt modelId="{99D2D16C-1900-4EC0-8E9E-52AE2C462272}" type="pres">
      <dgm:prSet presAssocID="{436AF41F-9858-4B6A-AC3D-0741790E8BD6}" presName="accent_3" presStyleCnt="0"/>
      <dgm:spPr/>
    </dgm:pt>
    <dgm:pt modelId="{9B420FE8-6942-431F-A75F-E2FAE7780A26}" type="pres">
      <dgm:prSet presAssocID="{436AF41F-9858-4B6A-AC3D-0741790E8BD6}" presName="accentRepeatNode" presStyleLbl="solidFgAcc1" presStyleIdx="2" presStyleCnt="3"/>
      <dgm:spPr/>
    </dgm:pt>
  </dgm:ptLst>
  <dgm:cxnLst>
    <dgm:cxn modelId="{72C4573A-819B-432D-AB0B-4F20CB6602A8}" srcId="{EDEB4C53-A23E-4B35-882C-2F49B9EA1D21}" destId="{D5C3D680-4C9E-4365-9932-C236A3C3F94C}" srcOrd="0" destOrd="0" parTransId="{56B24896-3C78-4843-811B-BC3C1A476B4F}" sibTransId="{DDB46BBC-00A9-474A-853B-4A2200A3ECD9}"/>
    <dgm:cxn modelId="{4489F562-17FB-4490-A19D-09C5CD459142}" srcId="{EDEB4C53-A23E-4B35-882C-2F49B9EA1D21}" destId="{436AF41F-9858-4B6A-AC3D-0741790E8BD6}" srcOrd="2" destOrd="0" parTransId="{DFF40323-B233-41B2-A83E-54F02B86C659}" sibTransId="{2F24DA8A-F1A2-40BD-94AF-D275B7D67AF0}"/>
    <dgm:cxn modelId="{6F7F5376-C4BE-4FAF-95B4-59753BF9DD97}" type="presOf" srcId="{DDB46BBC-00A9-474A-853B-4A2200A3ECD9}" destId="{50D20B78-1AAA-4A61-B0A3-8CC6CFA6D61B}" srcOrd="0" destOrd="0" presId="urn:microsoft.com/office/officeart/2008/layout/VerticalCurvedList"/>
    <dgm:cxn modelId="{E880BA77-9FA3-4068-AD87-A2B9D2FCD325}" srcId="{EDEB4C53-A23E-4B35-882C-2F49B9EA1D21}" destId="{DCE1E099-C03E-4FDD-B132-E9E956B97333}" srcOrd="1" destOrd="0" parTransId="{FFDBC2D6-1A1A-4E81-95D8-B55F441A5C43}" sibTransId="{2E6E6981-2172-4055-851C-E680F221E92E}"/>
    <dgm:cxn modelId="{A407C379-DC72-4EEB-BDA4-9A6E9071B4F3}" type="presOf" srcId="{DCE1E099-C03E-4FDD-B132-E9E956B97333}" destId="{A83E97FE-75CD-443E-A525-A17F39C0FFE9}" srcOrd="0" destOrd="0" presId="urn:microsoft.com/office/officeart/2008/layout/VerticalCurvedList"/>
    <dgm:cxn modelId="{ABCA77BF-3299-43C1-8899-F2266FCC7616}" type="presOf" srcId="{D5C3D680-4C9E-4365-9932-C236A3C3F94C}" destId="{50816927-448A-4BF5-B13A-9CB2E83A04B6}" srcOrd="0" destOrd="0" presId="urn:microsoft.com/office/officeart/2008/layout/VerticalCurvedList"/>
    <dgm:cxn modelId="{8F7F75E8-F1E4-45D0-8821-9216CA5D1402}" type="presOf" srcId="{EDEB4C53-A23E-4B35-882C-2F49B9EA1D21}" destId="{A8D44A54-57B9-4096-88F3-2F2A82951C88}" srcOrd="0" destOrd="0" presId="urn:microsoft.com/office/officeart/2008/layout/VerticalCurvedList"/>
    <dgm:cxn modelId="{FE0807F9-B60D-45D1-B1E8-844243BEA362}" type="presOf" srcId="{436AF41F-9858-4B6A-AC3D-0741790E8BD6}" destId="{5C7B616F-F144-4A6A-9705-CCBF64DED1BC}" srcOrd="0" destOrd="0" presId="urn:microsoft.com/office/officeart/2008/layout/VerticalCurvedList"/>
    <dgm:cxn modelId="{B6CCAE2D-EE4B-44F2-A458-1DE63773E933}" type="presParOf" srcId="{A8D44A54-57B9-4096-88F3-2F2A82951C88}" destId="{1DF88767-6902-4A87-BF23-EF46220F914A}" srcOrd="0" destOrd="0" presId="urn:microsoft.com/office/officeart/2008/layout/VerticalCurvedList"/>
    <dgm:cxn modelId="{AF124905-6818-4494-BFA2-FD1D4EDA467E}" type="presParOf" srcId="{1DF88767-6902-4A87-BF23-EF46220F914A}" destId="{41518F56-5429-4FD8-B22D-2CCBA31B0BA6}" srcOrd="0" destOrd="0" presId="urn:microsoft.com/office/officeart/2008/layout/VerticalCurvedList"/>
    <dgm:cxn modelId="{86AD1073-F34A-4E7B-96A9-3444F191534D}" type="presParOf" srcId="{41518F56-5429-4FD8-B22D-2CCBA31B0BA6}" destId="{00543756-5621-4C25-8DEB-7346832D3942}" srcOrd="0" destOrd="0" presId="urn:microsoft.com/office/officeart/2008/layout/VerticalCurvedList"/>
    <dgm:cxn modelId="{5C71CEED-DBAA-4FBC-82ED-8F0EBBCBBC9A}" type="presParOf" srcId="{41518F56-5429-4FD8-B22D-2CCBA31B0BA6}" destId="{50D20B78-1AAA-4A61-B0A3-8CC6CFA6D61B}" srcOrd="1" destOrd="0" presId="urn:microsoft.com/office/officeart/2008/layout/VerticalCurvedList"/>
    <dgm:cxn modelId="{451CAF32-FF2F-4603-A2A2-01832BD760F0}" type="presParOf" srcId="{41518F56-5429-4FD8-B22D-2CCBA31B0BA6}" destId="{E0A34C26-A87B-4656-94D0-E2EC501E18C6}" srcOrd="2" destOrd="0" presId="urn:microsoft.com/office/officeart/2008/layout/VerticalCurvedList"/>
    <dgm:cxn modelId="{A52B564C-7182-494E-80C3-548FC3C1D7D2}" type="presParOf" srcId="{41518F56-5429-4FD8-B22D-2CCBA31B0BA6}" destId="{26296FDD-228E-46E9-9F4B-71B6F3FD8ECE}" srcOrd="3" destOrd="0" presId="urn:microsoft.com/office/officeart/2008/layout/VerticalCurvedList"/>
    <dgm:cxn modelId="{324706E0-86E4-4619-9403-F826806B6A98}" type="presParOf" srcId="{1DF88767-6902-4A87-BF23-EF46220F914A}" destId="{50816927-448A-4BF5-B13A-9CB2E83A04B6}" srcOrd="1" destOrd="0" presId="urn:microsoft.com/office/officeart/2008/layout/VerticalCurvedList"/>
    <dgm:cxn modelId="{622C7BB3-6162-4332-AC36-75C48D242155}" type="presParOf" srcId="{1DF88767-6902-4A87-BF23-EF46220F914A}" destId="{E6E25C61-3B92-4698-8D57-324DED144E21}" srcOrd="2" destOrd="0" presId="urn:microsoft.com/office/officeart/2008/layout/VerticalCurvedList"/>
    <dgm:cxn modelId="{D2A42D53-9049-4470-AC85-E6A570E49FE8}" type="presParOf" srcId="{E6E25C61-3B92-4698-8D57-324DED144E21}" destId="{CF8BF7EB-E398-4E1F-A025-DD65AAD5EA20}" srcOrd="0" destOrd="0" presId="urn:microsoft.com/office/officeart/2008/layout/VerticalCurvedList"/>
    <dgm:cxn modelId="{A5E4FA01-481D-4155-B903-E8D5DEE870F1}" type="presParOf" srcId="{1DF88767-6902-4A87-BF23-EF46220F914A}" destId="{A83E97FE-75CD-443E-A525-A17F39C0FFE9}" srcOrd="3" destOrd="0" presId="urn:microsoft.com/office/officeart/2008/layout/VerticalCurvedList"/>
    <dgm:cxn modelId="{61ADFF9B-B4C9-4C55-8F28-9E817F9B3B1D}" type="presParOf" srcId="{1DF88767-6902-4A87-BF23-EF46220F914A}" destId="{19D37961-9245-4BB0-AD08-08D012FE73D9}" srcOrd="4" destOrd="0" presId="urn:microsoft.com/office/officeart/2008/layout/VerticalCurvedList"/>
    <dgm:cxn modelId="{DB60D661-1CCE-4BCA-B403-2D26471A723C}" type="presParOf" srcId="{19D37961-9245-4BB0-AD08-08D012FE73D9}" destId="{78DCA714-AEEC-4803-A97F-9825B06BAF76}" srcOrd="0" destOrd="0" presId="urn:microsoft.com/office/officeart/2008/layout/VerticalCurvedList"/>
    <dgm:cxn modelId="{15BD4210-F38F-4E43-9337-CC138BD28B83}" type="presParOf" srcId="{1DF88767-6902-4A87-BF23-EF46220F914A}" destId="{5C7B616F-F144-4A6A-9705-CCBF64DED1BC}" srcOrd="5" destOrd="0" presId="urn:microsoft.com/office/officeart/2008/layout/VerticalCurvedList"/>
    <dgm:cxn modelId="{97419F82-2AC6-442D-9C92-9AD3DE99D877}" type="presParOf" srcId="{1DF88767-6902-4A87-BF23-EF46220F914A}" destId="{99D2D16C-1900-4EC0-8E9E-52AE2C462272}" srcOrd="6" destOrd="0" presId="urn:microsoft.com/office/officeart/2008/layout/VerticalCurvedList"/>
    <dgm:cxn modelId="{99E0C357-4C91-4DE2-8BF2-264C974BC290}" type="presParOf" srcId="{99D2D16C-1900-4EC0-8E9E-52AE2C462272}" destId="{9B420FE8-6942-431F-A75F-E2FAE7780A2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96F32B2-936C-4C04-96B2-23442E40F249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67420CD4-3CD4-4832-B54A-5C9B7E30B538}">
      <dgm:prSet phldrT="[Testo]" custT="1"/>
      <dgm:spPr/>
      <dgm:t>
        <a:bodyPr/>
        <a:lstStyle/>
        <a:p>
          <a:pPr algn="l"/>
          <a:r>
            <a:rPr lang="it-IT" sz="4300" dirty="0"/>
            <a:t>Content </a:t>
          </a:r>
          <a:r>
            <a:rPr lang="it-IT" sz="4300" dirty="0" err="1"/>
            <a:t>based</a:t>
          </a:r>
          <a:endParaRPr lang="it-IT" sz="4300" dirty="0"/>
        </a:p>
      </dgm:t>
    </dgm:pt>
    <dgm:pt modelId="{6C27086F-193E-4BA4-BCCD-72155C81ABDB}" type="parTrans" cxnId="{8A2B379C-CBD5-4C3C-B778-DD1903A0398A}">
      <dgm:prSet/>
      <dgm:spPr/>
      <dgm:t>
        <a:bodyPr/>
        <a:lstStyle/>
        <a:p>
          <a:pPr algn="l"/>
          <a:endParaRPr lang="it-IT"/>
        </a:p>
      </dgm:t>
    </dgm:pt>
    <dgm:pt modelId="{F31DFC4F-17E0-48F4-8FDE-01DEFD8BCF00}" type="sibTrans" cxnId="{8A2B379C-CBD5-4C3C-B778-DD1903A0398A}">
      <dgm:prSet/>
      <dgm:spPr/>
      <dgm:t>
        <a:bodyPr/>
        <a:lstStyle/>
        <a:p>
          <a:pPr algn="l"/>
          <a:endParaRPr lang="it-IT"/>
        </a:p>
      </dgm:t>
    </dgm:pt>
    <dgm:pt modelId="{04534220-6FD3-43C9-8C2E-07EF4AA741D2}">
      <dgm:prSet phldrT="[Testo]" custT="1"/>
      <dgm:spPr/>
      <dgm:t>
        <a:bodyPr/>
        <a:lstStyle/>
        <a:p>
          <a:pPr algn="l"/>
          <a:r>
            <a:rPr lang="it-IT" sz="4300" dirty="0"/>
            <a:t>Collaborative filtering</a:t>
          </a:r>
        </a:p>
      </dgm:t>
    </dgm:pt>
    <dgm:pt modelId="{E146B3D5-0E1E-4FA0-B33B-56BEF075F7BB}" type="parTrans" cxnId="{A075A46B-E8E3-4F7D-B669-7B3EB0FC7849}">
      <dgm:prSet/>
      <dgm:spPr/>
      <dgm:t>
        <a:bodyPr/>
        <a:lstStyle/>
        <a:p>
          <a:pPr algn="l"/>
          <a:endParaRPr lang="it-IT"/>
        </a:p>
      </dgm:t>
    </dgm:pt>
    <dgm:pt modelId="{EE65F566-5FFC-40FC-BC9A-C1F771D678D2}" type="sibTrans" cxnId="{A075A46B-E8E3-4F7D-B669-7B3EB0FC7849}">
      <dgm:prSet/>
      <dgm:spPr/>
      <dgm:t>
        <a:bodyPr/>
        <a:lstStyle/>
        <a:p>
          <a:pPr algn="l"/>
          <a:endParaRPr lang="it-IT"/>
        </a:p>
      </dgm:t>
    </dgm:pt>
    <dgm:pt modelId="{066E71BD-3742-4B2A-B6C2-A89AFE29D9EC}">
      <dgm:prSet phldrT="[Testo]" custT="1"/>
      <dgm:spPr/>
      <dgm:t>
        <a:bodyPr/>
        <a:lstStyle/>
        <a:p>
          <a:pPr algn="l"/>
          <a:r>
            <a:rPr lang="it-IT" sz="4300" dirty="0" err="1"/>
            <a:t>Hybrid</a:t>
          </a:r>
          <a:endParaRPr lang="it-IT" sz="4300" dirty="0"/>
        </a:p>
      </dgm:t>
    </dgm:pt>
    <dgm:pt modelId="{8ECF5401-A6E7-4761-9747-5B5B8FDB8D79}" type="parTrans" cxnId="{2FF864FB-3165-476A-BD77-288882C8411B}">
      <dgm:prSet/>
      <dgm:spPr/>
      <dgm:t>
        <a:bodyPr/>
        <a:lstStyle/>
        <a:p>
          <a:pPr algn="l"/>
          <a:endParaRPr lang="it-IT"/>
        </a:p>
      </dgm:t>
    </dgm:pt>
    <dgm:pt modelId="{1C1667C5-DB8C-446F-8273-32EA51A5709D}" type="sibTrans" cxnId="{2FF864FB-3165-476A-BD77-288882C8411B}">
      <dgm:prSet/>
      <dgm:spPr/>
      <dgm:t>
        <a:bodyPr/>
        <a:lstStyle/>
        <a:p>
          <a:pPr algn="l"/>
          <a:endParaRPr lang="it-IT"/>
        </a:p>
      </dgm:t>
    </dgm:pt>
    <dgm:pt modelId="{794D20B0-204D-4175-BB01-F4B2F3BE1A89}">
      <dgm:prSet phldrT="[Testo]" custT="1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it-IT" sz="2400" dirty="0"/>
            <a:t>Memory </a:t>
          </a:r>
          <a:r>
            <a:rPr lang="it-IT" sz="2400" dirty="0" err="1"/>
            <a:t>based</a:t>
          </a:r>
          <a:r>
            <a:rPr lang="it-IT" sz="2400" dirty="0"/>
            <a:t> system </a:t>
          </a:r>
          <a:r>
            <a:rPr lang="it-IT" sz="2400" i="1" dirty="0"/>
            <a:t>(</a:t>
          </a:r>
          <a:r>
            <a:rPr lang="it-IT" sz="2400" i="1" dirty="0" err="1"/>
            <a:t>neighborhood</a:t>
          </a:r>
          <a:r>
            <a:rPr lang="it-IT" sz="2400" i="1" dirty="0"/>
            <a:t> </a:t>
          </a:r>
          <a:r>
            <a:rPr lang="it-IT" sz="2400" i="1" dirty="0" err="1"/>
            <a:t>based</a:t>
          </a:r>
          <a:r>
            <a:rPr lang="it-IT" sz="2400" i="1" dirty="0"/>
            <a:t> system)</a:t>
          </a:r>
        </a:p>
      </dgm:t>
    </dgm:pt>
    <dgm:pt modelId="{B24DA3AD-79C9-4910-B166-37C6DD4BBC34}" type="parTrans" cxnId="{0333A286-DC51-4AB0-B7A5-94D045F463E1}">
      <dgm:prSet/>
      <dgm:spPr/>
      <dgm:t>
        <a:bodyPr/>
        <a:lstStyle/>
        <a:p>
          <a:endParaRPr lang="it-IT"/>
        </a:p>
      </dgm:t>
    </dgm:pt>
    <dgm:pt modelId="{574B95E0-E84B-46A0-9EE6-63661DFA05EF}" type="sibTrans" cxnId="{0333A286-DC51-4AB0-B7A5-94D045F463E1}">
      <dgm:prSet/>
      <dgm:spPr/>
      <dgm:t>
        <a:bodyPr/>
        <a:lstStyle/>
        <a:p>
          <a:endParaRPr lang="it-IT"/>
        </a:p>
      </dgm:t>
    </dgm:pt>
    <dgm:pt modelId="{ACD89158-27E2-4258-BE58-5814192B4CC9}">
      <dgm:prSet phldrT="[Testo]" custT="1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it-IT" sz="2400" i="1" dirty="0"/>
            <a:t>Model </a:t>
          </a:r>
          <a:r>
            <a:rPr lang="it-IT" sz="2400" i="1" dirty="0" err="1"/>
            <a:t>based</a:t>
          </a:r>
          <a:r>
            <a:rPr lang="it-IT" sz="2400" i="1" dirty="0"/>
            <a:t> system</a:t>
          </a:r>
        </a:p>
      </dgm:t>
    </dgm:pt>
    <dgm:pt modelId="{08D23D69-80DF-4EAF-9634-7CD1EE46DDC0}" type="parTrans" cxnId="{CD586D8A-C302-4D15-AA93-4C02B230304B}">
      <dgm:prSet/>
      <dgm:spPr/>
      <dgm:t>
        <a:bodyPr/>
        <a:lstStyle/>
        <a:p>
          <a:endParaRPr lang="it-IT"/>
        </a:p>
      </dgm:t>
    </dgm:pt>
    <dgm:pt modelId="{B1905102-5C03-40E3-93B9-132C755A7958}" type="sibTrans" cxnId="{CD586D8A-C302-4D15-AA93-4C02B230304B}">
      <dgm:prSet/>
      <dgm:spPr/>
      <dgm:t>
        <a:bodyPr/>
        <a:lstStyle/>
        <a:p>
          <a:endParaRPr lang="it-IT"/>
        </a:p>
      </dgm:t>
    </dgm:pt>
    <dgm:pt modelId="{A2126E8C-8341-4E2C-832A-26398992790E}" type="pres">
      <dgm:prSet presAssocID="{E96F32B2-936C-4C04-96B2-23442E40F249}" presName="linear" presStyleCnt="0">
        <dgm:presLayoutVars>
          <dgm:dir/>
          <dgm:animLvl val="lvl"/>
          <dgm:resizeHandles val="exact"/>
        </dgm:presLayoutVars>
      </dgm:prSet>
      <dgm:spPr/>
    </dgm:pt>
    <dgm:pt modelId="{BA4F9726-F6C4-4E0C-92AB-4285E8E9906C}" type="pres">
      <dgm:prSet presAssocID="{67420CD4-3CD4-4832-B54A-5C9B7E30B538}" presName="parentLin" presStyleCnt="0"/>
      <dgm:spPr/>
    </dgm:pt>
    <dgm:pt modelId="{44CC5449-7DA2-4389-9BE1-DA2A7EB03BDE}" type="pres">
      <dgm:prSet presAssocID="{67420CD4-3CD4-4832-B54A-5C9B7E30B538}" presName="parentLeftMargin" presStyleLbl="node1" presStyleIdx="0" presStyleCnt="3"/>
      <dgm:spPr/>
    </dgm:pt>
    <dgm:pt modelId="{980ACB97-27B3-4C3A-A1C8-2211F53B900D}" type="pres">
      <dgm:prSet presAssocID="{67420CD4-3CD4-4832-B54A-5C9B7E30B53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6702602-72E2-468D-82E0-D585759941F8}" type="pres">
      <dgm:prSet presAssocID="{67420CD4-3CD4-4832-B54A-5C9B7E30B538}" presName="negativeSpace" presStyleCnt="0"/>
      <dgm:spPr/>
    </dgm:pt>
    <dgm:pt modelId="{745C0711-F74C-4803-9DD5-EC48C900B77E}" type="pres">
      <dgm:prSet presAssocID="{67420CD4-3CD4-4832-B54A-5C9B7E30B538}" presName="childText" presStyleLbl="conFgAcc1" presStyleIdx="0" presStyleCnt="3">
        <dgm:presLayoutVars>
          <dgm:bulletEnabled val="1"/>
        </dgm:presLayoutVars>
      </dgm:prSet>
      <dgm:spPr/>
    </dgm:pt>
    <dgm:pt modelId="{1C1B24D5-5C88-41EC-A527-2800D94C5FF9}" type="pres">
      <dgm:prSet presAssocID="{F31DFC4F-17E0-48F4-8FDE-01DEFD8BCF00}" presName="spaceBetweenRectangles" presStyleCnt="0"/>
      <dgm:spPr/>
    </dgm:pt>
    <dgm:pt modelId="{A6EB582A-3D33-474A-8108-B89C4787A4A0}" type="pres">
      <dgm:prSet presAssocID="{04534220-6FD3-43C9-8C2E-07EF4AA741D2}" presName="parentLin" presStyleCnt="0"/>
      <dgm:spPr/>
    </dgm:pt>
    <dgm:pt modelId="{714D4B52-1643-4848-A1EE-2B7E2811AB71}" type="pres">
      <dgm:prSet presAssocID="{04534220-6FD3-43C9-8C2E-07EF4AA741D2}" presName="parentLeftMargin" presStyleLbl="node1" presStyleIdx="0" presStyleCnt="3"/>
      <dgm:spPr/>
    </dgm:pt>
    <dgm:pt modelId="{0B630DE1-DFE8-4A91-A1DB-88B41B306D9D}" type="pres">
      <dgm:prSet presAssocID="{04534220-6FD3-43C9-8C2E-07EF4AA741D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D69DD84-DE51-435D-AE02-AB3FA25DCF5A}" type="pres">
      <dgm:prSet presAssocID="{04534220-6FD3-43C9-8C2E-07EF4AA741D2}" presName="negativeSpace" presStyleCnt="0"/>
      <dgm:spPr/>
    </dgm:pt>
    <dgm:pt modelId="{7C0D44D7-568C-4C14-947D-67852ED1A199}" type="pres">
      <dgm:prSet presAssocID="{04534220-6FD3-43C9-8C2E-07EF4AA741D2}" presName="childText" presStyleLbl="conFgAcc1" presStyleIdx="1" presStyleCnt="3">
        <dgm:presLayoutVars>
          <dgm:bulletEnabled val="1"/>
        </dgm:presLayoutVars>
      </dgm:prSet>
      <dgm:spPr/>
    </dgm:pt>
    <dgm:pt modelId="{77D69005-5903-4D07-88F4-8DEAE13EA157}" type="pres">
      <dgm:prSet presAssocID="{EE65F566-5FFC-40FC-BC9A-C1F771D678D2}" presName="spaceBetweenRectangles" presStyleCnt="0"/>
      <dgm:spPr/>
    </dgm:pt>
    <dgm:pt modelId="{ECC3C406-95FB-4F61-95EA-39B9334823F3}" type="pres">
      <dgm:prSet presAssocID="{066E71BD-3742-4B2A-B6C2-A89AFE29D9EC}" presName="parentLin" presStyleCnt="0"/>
      <dgm:spPr/>
    </dgm:pt>
    <dgm:pt modelId="{1817CD9C-E694-4408-AE4E-DF474E0511FE}" type="pres">
      <dgm:prSet presAssocID="{066E71BD-3742-4B2A-B6C2-A89AFE29D9EC}" presName="parentLeftMargin" presStyleLbl="node1" presStyleIdx="1" presStyleCnt="3"/>
      <dgm:spPr/>
    </dgm:pt>
    <dgm:pt modelId="{3190885A-AD39-49D4-9A25-E71477E2965D}" type="pres">
      <dgm:prSet presAssocID="{066E71BD-3742-4B2A-B6C2-A89AFE29D9E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9F4A055-CF29-41AF-BC9E-F344F3EE6710}" type="pres">
      <dgm:prSet presAssocID="{066E71BD-3742-4B2A-B6C2-A89AFE29D9EC}" presName="negativeSpace" presStyleCnt="0"/>
      <dgm:spPr/>
    </dgm:pt>
    <dgm:pt modelId="{CCD12C05-96C5-4B62-B484-F48AA8B54B73}" type="pres">
      <dgm:prSet presAssocID="{066E71BD-3742-4B2A-B6C2-A89AFE29D9E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61D3303-61A1-4064-935F-BD8DC8505134}" type="presOf" srcId="{E96F32B2-936C-4C04-96B2-23442E40F249}" destId="{A2126E8C-8341-4E2C-832A-26398992790E}" srcOrd="0" destOrd="0" presId="urn:microsoft.com/office/officeart/2005/8/layout/list1"/>
    <dgm:cxn modelId="{A075A46B-E8E3-4F7D-B669-7B3EB0FC7849}" srcId="{E96F32B2-936C-4C04-96B2-23442E40F249}" destId="{04534220-6FD3-43C9-8C2E-07EF4AA741D2}" srcOrd="1" destOrd="0" parTransId="{E146B3D5-0E1E-4FA0-B33B-56BEF075F7BB}" sibTransId="{EE65F566-5FFC-40FC-BC9A-C1F771D678D2}"/>
    <dgm:cxn modelId="{3E113856-0AD2-40D2-B430-3165C65202C4}" type="presOf" srcId="{04534220-6FD3-43C9-8C2E-07EF4AA741D2}" destId="{0B630DE1-DFE8-4A91-A1DB-88B41B306D9D}" srcOrd="1" destOrd="0" presId="urn:microsoft.com/office/officeart/2005/8/layout/list1"/>
    <dgm:cxn modelId="{2285A657-D9B6-4306-A0B5-AC7DA74D556F}" type="presOf" srcId="{67420CD4-3CD4-4832-B54A-5C9B7E30B538}" destId="{44CC5449-7DA2-4389-9BE1-DA2A7EB03BDE}" srcOrd="0" destOrd="0" presId="urn:microsoft.com/office/officeart/2005/8/layout/list1"/>
    <dgm:cxn modelId="{0333A286-DC51-4AB0-B7A5-94D045F463E1}" srcId="{04534220-6FD3-43C9-8C2E-07EF4AA741D2}" destId="{794D20B0-204D-4175-BB01-F4B2F3BE1A89}" srcOrd="0" destOrd="0" parTransId="{B24DA3AD-79C9-4910-B166-37C6DD4BBC34}" sibTransId="{574B95E0-E84B-46A0-9EE6-63661DFA05EF}"/>
    <dgm:cxn modelId="{CD586D8A-C302-4D15-AA93-4C02B230304B}" srcId="{04534220-6FD3-43C9-8C2E-07EF4AA741D2}" destId="{ACD89158-27E2-4258-BE58-5814192B4CC9}" srcOrd="1" destOrd="0" parTransId="{08D23D69-80DF-4EAF-9634-7CD1EE46DDC0}" sibTransId="{B1905102-5C03-40E3-93B9-132C755A7958}"/>
    <dgm:cxn modelId="{8A2B379C-CBD5-4C3C-B778-DD1903A0398A}" srcId="{E96F32B2-936C-4C04-96B2-23442E40F249}" destId="{67420CD4-3CD4-4832-B54A-5C9B7E30B538}" srcOrd="0" destOrd="0" parTransId="{6C27086F-193E-4BA4-BCCD-72155C81ABDB}" sibTransId="{F31DFC4F-17E0-48F4-8FDE-01DEFD8BCF00}"/>
    <dgm:cxn modelId="{E56EA1A6-250C-46E6-9A32-A565EF16E51F}" type="presOf" srcId="{04534220-6FD3-43C9-8C2E-07EF4AA741D2}" destId="{714D4B52-1643-4848-A1EE-2B7E2811AB71}" srcOrd="0" destOrd="0" presId="urn:microsoft.com/office/officeart/2005/8/layout/list1"/>
    <dgm:cxn modelId="{08AA76AD-A402-4CEB-83DD-AF13D9742550}" type="presOf" srcId="{ACD89158-27E2-4258-BE58-5814192B4CC9}" destId="{7C0D44D7-568C-4C14-947D-67852ED1A199}" srcOrd="0" destOrd="1" presId="urn:microsoft.com/office/officeart/2005/8/layout/list1"/>
    <dgm:cxn modelId="{D7C48CC4-F42D-4060-A0C4-E0C4101078BB}" type="presOf" srcId="{066E71BD-3742-4B2A-B6C2-A89AFE29D9EC}" destId="{1817CD9C-E694-4408-AE4E-DF474E0511FE}" srcOrd="0" destOrd="0" presId="urn:microsoft.com/office/officeart/2005/8/layout/list1"/>
    <dgm:cxn modelId="{AC5305C7-25EB-47BA-A2C0-A421989A3B17}" type="presOf" srcId="{67420CD4-3CD4-4832-B54A-5C9B7E30B538}" destId="{980ACB97-27B3-4C3A-A1C8-2211F53B900D}" srcOrd="1" destOrd="0" presId="urn:microsoft.com/office/officeart/2005/8/layout/list1"/>
    <dgm:cxn modelId="{A54B88E6-816C-448A-B11E-C84354CF7536}" type="presOf" srcId="{794D20B0-204D-4175-BB01-F4B2F3BE1A89}" destId="{7C0D44D7-568C-4C14-947D-67852ED1A199}" srcOrd="0" destOrd="0" presId="urn:microsoft.com/office/officeart/2005/8/layout/list1"/>
    <dgm:cxn modelId="{94D9C3F9-A84D-42F1-8C57-7069AFB4DF2E}" type="presOf" srcId="{066E71BD-3742-4B2A-B6C2-A89AFE29D9EC}" destId="{3190885A-AD39-49D4-9A25-E71477E2965D}" srcOrd="1" destOrd="0" presId="urn:microsoft.com/office/officeart/2005/8/layout/list1"/>
    <dgm:cxn modelId="{2FF864FB-3165-476A-BD77-288882C8411B}" srcId="{E96F32B2-936C-4C04-96B2-23442E40F249}" destId="{066E71BD-3742-4B2A-B6C2-A89AFE29D9EC}" srcOrd="2" destOrd="0" parTransId="{8ECF5401-A6E7-4761-9747-5B5B8FDB8D79}" sibTransId="{1C1667C5-DB8C-446F-8273-32EA51A5709D}"/>
    <dgm:cxn modelId="{F65BDAD8-4757-4E54-A3AC-A515FC6D455B}" type="presParOf" srcId="{A2126E8C-8341-4E2C-832A-26398992790E}" destId="{BA4F9726-F6C4-4E0C-92AB-4285E8E9906C}" srcOrd="0" destOrd="0" presId="urn:microsoft.com/office/officeart/2005/8/layout/list1"/>
    <dgm:cxn modelId="{BD11C6DE-E965-434F-A852-59646BBEE6F1}" type="presParOf" srcId="{BA4F9726-F6C4-4E0C-92AB-4285E8E9906C}" destId="{44CC5449-7DA2-4389-9BE1-DA2A7EB03BDE}" srcOrd="0" destOrd="0" presId="urn:microsoft.com/office/officeart/2005/8/layout/list1"/>
    <dgm:cxn modelId="{ABC1E0BF-021E-4703-8036-77A2BE81EBA0}" type="presParOf" srcId="{BA4F9726-F6C4-4E0C-92AB-4285E8E9906C}" destId="{980ACB97-27B3-4C3A-A1C8-2211F53B900D}" srcOrd="1" destOrd="0" presId="urn:microsoft.com/office/officeart/2005/8/layout/list1"/>
    <dgm:cxn modelId="{95344388-4DC4-4317-9613-35E241177B88}" type="presParOf" srcId="{A2126E8C-8341-4E2C-832A-26398992790E}" destId="{A6702602-72E2-468D-82E0-D585759941F8}" srcOrd="1" destOrd="0" presId="urn:microsoft.com/office/officeart/2005/8/layout/list1"/>
    <dgm:cxn modelId="{83367045-DAA9-443B-9976-0BFE7FF6617D}" type="presParOf" srcId="{A2126E8C-8341-4E2C-832A-26398992790E}" destId="{745C0711-F74C-4803-9DD5-EC48C900B77E}" srcOrd="2" destOrd="0" presId="urn:microsoft.com/office/officeart/2005/8/layout/list1"/>
    <dgm:cxn modelId="{2F295FFD-A9F3-4ACF-B461-6F92F708E83D}" type="presParOf" srcId="{A2126E8C-8341-4E2C-832A-26398992790E}" destId="{1C1B24D5-5C88-41EC-A527-2800D94C5FF9}" srcOrd="3" destOrd="0" presId="urn:microsoft.com/office/officeart/2005/8/layout/list1"/>
    <dgm:cxn modelId="{049AF0DF-95B0-4488-9CA6-243B6EC2A65D}" type="presParOf" srcId="{A2126E8C-8341-4E2C-832A-26398992790E}" destId="{A6EB582A-3D33-474A-8108-B89C4787A4A0}" srcOrd="4" destOrd="0" presId="urn:microsoft.com/office/officeart/2005/8/layout/list1"/>
    <dgm:cxn modelId="{BD20A67E-5904-4F1B-BE10-F6C052DC7854}" type="presParOf" srcId="{A6EB582A-3D33-474A-8108-B89C4787A4A0}" destId="{714D4B52-1643-4848-A1EE-2B7E2811AB71}" srcOrd="0" destOrd="0" presId="urn:microsoft.com/office/officeart/2005/8/layout/list1"/>
    <dgm:cxn modelId="{E86CA11A-1200-41D0-A943-F075C908BF51}" type="presParOf" srcId="{A6EB582A-3D33-474A-8108-B89C4787A4A0}" destId="{0B630DE1-DFE8-4A91-A1DB-88B41B306D9D}" srcOrd="1" destOrd="0" presId="urn:microsoft.com/office/officeart/2005/8/layout/list1"/>
    <dgm:cxn modelId="{5EE9FA6A-4B78-4350-BCC0-353B1CB3CB15}" type="presParOf" srcId="{A2126E8C-8341-4E2C-832A-26398992790E}" destId="{CD69DD84-DE51-435D-AE02-AB3FA25DCF5A}" srcOrd="5" destOrd="0" presId="urn:microsoft.com/office/officeart/2005/8/layout/list1"/>
    <dgm:cxn modelId="{66A4DC77-6703-4B4D-96B6-8C63C964D503}" type="presParOf" srcId="{A2126E8C-8341-4E2C-832A-26398992790E}" destId="{7C0D44D7-568C-4C14-947D-67852ED1A199}" srcOrd="6" destOrd="0" presId="urn:microsoft.com/office/officeart/2005/8/layout/list1"/>
    <dgm:cxn modelId="{AA0496BB-C8F5-4DB4-9511-CE15B9ECD26D}" type="presParOf" srcId="{A2126E8C-8341-4E2C-832A-26398992790E}" destId="{77D69005-5903-4D07-88F4-8DEAE13EA157}" srcOrd="7" destOrd="0" presId="urn:microsoft.com/office/officeart/2005/8/layout/list1"/>
    <dgm:cxn modelId="{FCCA8CB4-7AA3-4DA4-AB32-3E712B09FC6B}" type="presParOf" srcId="{A2126E8C-8341-4E2C-832A-26398992790E}" destId="{ECC3C406-95FB-4F61-95EA-39B9334823F3}" srcOrd="8" destOrd="0" presId="urn:microsoft.com/office/officeart/2005/8/layout/list1"/>
    <dgm:cxn modelId="{90E0F13B-09C8-4F12-B7C1-9217DD3CFC80}" type="presParOf" srcId="{ECC3C406-95FB-4F61-95EA-39B9334823F3}" destId="{1817CD9C-E694-4408-AE4E-DF474E0511FE}" srcOrd="0" destOrd="0" presId="urn:microsoft.com/office/officeart/2005/8/layout/list1"/>
    <dgm:cxn modelId="{040FBA90-D20D-4B75-92FC-46309B88028B}" type="presParOf" srcId="{ECC3C406-95FB-4F61-95EA-39B9334823F3}" destId="{3190885A-AD39-49D4-9A25-E71477E2965D}" srcOrd="1" destOrd="0" presId="urn:microsoft.com/office/officeart/2005/8/layout/list1"/>
    <dgm:cxn modelId="{66626CE6-0F2A-409F-8241-56ED7C8AAE7C}" type="presParOf" srcId="{A2126E8C-8341-4E2C-832A-26398992790E}" destId="{F9F4A055-CF29-41AF-BC9E-F344F3EE6710}" srcOrd="9" destOrd="0" presId="urn:microsoft.com/office/officeart/2005/8/layout/list1"/>
    <dgm:cxn modelId="{A0E5EBA2-0A49-4AC1-A24B-420D8A716DE2}" type="presParOf" srcId="{A2126E8C-8341-4E2C-832A-26398992790E}" destId="{CCD12C05-96C5-4B62-B484-F48AA8B54B7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2B650C9-2955-48EE-A4DD-E0995816C034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CEFAB574-548F-47B8-BA15-9D84C330ADE6}">
      <dgm:prSet phldrT="[Testo]"/>
      <dgm:spPr/>
      <dgm:t>
        <a:bodyPr/>
        <a:lstStyle/>
        <a:p>
          <a:r>
            <a:rPr lang="it-IT" b="1" baseline="0" dirty="0"/>
            <a:t>«R»</a:t>
          </a:r>
          <a:r>
            <a:rPr lang="it-IT" baseline="0" dirty="0"/>
            <a:t> </a:t>
          </a:r>
          <a:r>
            <a:rPr lang="it-IT" baseline="0" dirty="0" err="1"/>
            <a:t>is</a:t>
          </a:r>
          <a:r>
            <a:rPr lang="it-IT" baseline="0" dirty="0"/>
            <a:t> a </a:t>
          </a:r>
          <a:r>
            <a:rPr lang="it-IT" baseline="0" dirty="0" err="1"/>
            <a:t>matrix</a:t>
          </a:r>
          <a:r>
            <a:rPr lang="it-IT" baseline="0" dirty="0"/>
            <a:t> of </a:t>
          </a:r>
          <a:r>
            <a:rPr lang="it-IT" baseline="0" dirty="0" err="1"/>
            <a:t>rank</a:t>
          </a:r>
          <a:r>
            <a:rPr lang="it-IT" baseline="0" dirty="0"/>
            <a:t> </a:t>
          </a:r>
          <a:r>
            <a:rPr lang="it-IT" i="1" baseline="0" dirty="0"/>
            <a:t>(m x n)</a:t>
          </a:r>
          <a:endParaRPr lang="it-IT" baseline="0" dirty="0"/>
        </a:p>
      </dgm:t>
    </dgm:pt>
    <dgm:pt modelId="{88E6BC0E-21DB-4CD3-B657-3B71EC6A09A0}" type="parTrans" cxnId="{0F5DEEBE-6E95-4411-AB87-163EE5247064}">
      <dgm:prSet/>
      <dgm:spPr/>
      <dgm:t>
        <a:bodyPr/>
        <a:lstStyle/>
        <a:p>
          <a:endParaRPr lang="it-IT"/>
        </a:p>
      </dgm:t>
    </dgm:pt>
    <dgm:pt modelId="{764FD0CD-464E-4029-B778-C1F5EB3C7644}" type="sibTrans" cxnId="{0F5DEEBE-6E95-4411-AB87-163EE5247064}">
      <dgm:prSet/>
      <dgm:spPr/>
      <dgm:t>
        <a:bodyPr/>
        <a:lstStyle/>
        <a:p>
          <a:endParaRPr lang="it-IT"/>
        </a:p>
      </dgm:t>
    </dgm:pt>
    <dgm:pt modelId="{4ED32329-852D-497C-A9D7-A31F69B76A7A}">
      <dgm:prSet phldrT="[Testo]"/>
      <dgm:spPr/>
      <dgm:t>
        <a:bodyPr/>
        <a:lstStyle/>
        <a:p>
          <a:r>
            <a:rPr lang="it-IT" b="1" baseline="0" dirty="0"/>
            <a:t>«m»</a:t>
          </a:r>
          <a:r>
            <a:rPr lang="it-IT" baseline="0" dirty="0"/>
            <a:t> </a:t>
          </a:r>
          <a:r>
            <a:rPr lang="it-IT" baseline="0" dirty="0" err="1"/>
            <a:t>indicates</a:t>
          </a:r>
          <a:r>
            <a:rPr lang="it-IT" baseline="0" dirty="0"/>
            <a:t> the users of systems</a:t>
          </a:r>
        </a:p>
      </dgm:t>
    </dgm:pt>
    <dgm:pt modelId="{E7AA24BF-24B7-4FDF-AD56-020EEB5E21F0}" type="parTrans" cxnId="{EDF1720F-C435-4A10-9278-E9BADFA27540}">
      <dgm:prSet/>
      <dgm:spPr/>
      <dgm:t>
        <a:bodyPr/>
        <a:lstStyle/>
        <a:p>
          <a:endParaRPr lang="it-IT"/>
        </a:p>
      </dgm:t>
    </dgm:pt>
    <dgm:pt modelId="{4408E80A-9F78-408F-9CD5-B932B434412A}" type="sibTrans" cxnId="{EDF1720F-C435-4A10-9278-E9BADFA27540}">
      <dgm:prSet/>
      <dgm:spPr/>
      <dgm:t>
        <a:bodyPr/>
        <a:lstStyle/>
        <a:p>
          <a:endParaRPr lang="it-IT"/>
        </a:p>
      </dgm:t>
    </dgm:pt>
    <dgm:pt modelId="{E2007A0D-8515-414A-AFEB-F06D1F2AC957}">
      <dgm:prSet phldrT="[Testo]"/>
      <dgm:spPr/>
      <dgm:t>
        <a:bodyPr/>
        <a:lstStyle/>
        <a:p>
          <a:r>
            <a:rPr lang="it-IT" b="1" baseline="0" dirty="0"/>
            <a:t>«n»</a:t>
          </a:r>
          <a:r>
            <a:rPr lang="it-IT" baseline="0" dirty="0"/>
            <a:t> </a:t>
          </a:r>
          <a:r>
            <a:rPr lang="it-IT" baseline="0" dirty="0" err="1"/>
            <a:t>indicates</a:t>
          </a:r>
          <a:r>
            <a:rPr lang="it-IT" baseline="0" dirty="0"/>
            <a:t> the items of systems</a:t>
          </a:r>
        </a:p>
      </dgm:t>
    </dgm:pt>
    <dgm:pt modelId="{426267B9-D2F7-4BF1-8DB8-877D5445B221}" type="parTrans" cxnId="{1909F5CB-C0B5-4453-AC43-74362C070855}">
      <dgm:prSet/>
      <dgm:spPr/>
      <dgm:t>
        <a:bodyPr/>
        <a:lstStyle/>
        <a:p>
          <a:endParaRPr lang="it-IT"/>
        </a:p>
      </dgm:t>
    </dgm:pt>
    <dgm:pt modelId="{D952C711-3AAC-481E-8734-92E3038E1426}" type="sibTrans" cxnId="{1909F5CB-C0B5-4453-AC43-74362C070855}">
      <dgm:prSet/>
      <dgm:spPr/>
      <dgm:t>
        <a:bodyPr/>
        <a:lstStyle/>
        <a:p>
          <a:endParaRPr lang="it-IT"/>
        </a:p>
      </dgm:t>
    </dgm:pt>
    <dgm:pt modelId="{0DDD9347-669A-4BD6-AF32-C22E7C18D6E0}">
      <dgm:prSet phldrT="[Testo]"/>
      <dgm:spPr/>
      <dgm:t>
        <a:bodyPr/>
        <a:lstStyle/>
        <a:p>
          <a:r>
            <a:rPr lang="it-IT" b="1" baseline="0" dirty="0"/>
            <a:t>«R[i, j]»</a:t>
          </a:r>
          <a:r>
            <a:rPr lang="it-IT" baseline="0" dirty="0"/>
            <a:t>, 1&lt;=i&lt;=m, 1&lt;=j&lt;=n </a:t>
          </a:r>
          <a:r>
            <a:rPr lang="it-IT" baseline="0" dirty="0" err="1"/>
            <a:t>indicates</a:t>
          </a:r>
          <a:r>
            <a:rPr lang="it-IT" baseline="0" dirty="0"/>
            <a:t> the </a:t>
          </a:r>
          <a:r>
            <a:rPr lang="it-IT" baseline="0" dirty="0" err="1"/>
            <a:t>preference</a:t>
          </a:r>
          <a:r>
            <a:rPr lang="it-IT" baseline="0" dirty="0"/>
            <a:t> </a:t>
          </a:r>
          <a:r>
            <a:rPr lang="it-IT" baseline="0" dirty="0" err="1"/>
            <a:t>value</a:t>
          </a:r>
          <a:r>
            <a:rPr lang="it-IT" baseline="0" dirty="0"/>
            <a:t> of user i for item j</a:t>
          </a:r>
        </a:p>
      </dgm:t>
    </dgm:pt>
    <dgm:pt modelId="{2DDAA2D9-992B-434A-B6AD-D046EA64CAD8}" type="parTrans" cxnId="{26014FFC-0998-41E3-BD99-4D2FAC9AAA80}">
      <dgm:prSet/>
      <dgm:spPr/>
      <dgm:t>
        <a:bodyPr/>
        <a:lstStyle/>
        <a:p>
          <a:endParaRPr lang="it-IT"/>
        </a:p>
      </dgm:t>
    </dgm:pt>
    <dgm:pt modelId="{2592F12C-81D2-4B3F-B935-37BC50ECF5CB}" type="sibTrans" cxnId="{26014FFC-0998-41E3-BD99-4D2FAC9AAA80}">
      <dgm:prSet/>
      <dgm:spPr/>
      <dgm:t>
        <a:bodyPr/>
        <a:lstStyle/>
        <a:p>
          <a:endParaRPr lang="it-IT"/>
        </a:p>
      </dgm:t>
    </dgm:pt>
    <dgm:pt modelId="{C6A2665B-C054-42D8-8675-C6617D4C8706}" type="pres">
      <dgm:prSet presAssocID="{52B650C9-2955-48EE-A4DD-E0995816C034}" presName="Name0" presStyleCnt="0">
        <dgm:presLayoutVars>
          <dgm:chMax val="7"/>
          <dgm:chPref val="7"/>
          <dgm:dir/>
        </dgm:presLayoutVars>
      </dgm:prSet>
      <dgm:spPr/>
    </dgm:pt>
    <dgm:pt modelId="{1DB322A6-1F06-4008-A5B0-B2BAB038852D}" type="pres">
      <dgm:prSet presAssocID="{52B650C9-2955-48EE-A4DD-E0995816C034}" presName="Name1" presStyleCnt="0"/>
      <dgm:spPr/>
    </dgm:pt>
    <dgm:pt modelId="{46658A30-7AA0-4D94-A8FF-DC591B5E13C1}" type="pres">
      <dgm:prSet presAssocID="{52B650C9-2955-48EE-A4DD-E0995816C034}" presName="cycle" presStyleCnt="0"/>
      <dgm:spPr/>
    </dgm:pt>
    <dgm:pt modelId="{39A4D714-269C-4E33-98AD-40D46AE06E99}" type="pres">
      <dgm:prSet presAssocID="{52B650C9-2955-48EE-A4DD-E0995816C034}" presName="srcNode" presStyleLbl="node1" presStyleIdx="0" presStyleCnt="4"/>
      <dgm:spPr/>
    </dgm:pt>
    <dgm:pt modelId="{A96486C8-F0C7-4228-A834-65106AF4CD99}" type="pres">
      <dgm:prSet presAssocID="{52B650C9-2955-48EE-A4DD-E0995816C034}" presName="conn" presStyleLbl="parChTrans1D2" presStyleIdx="0" presStyleCnt="1"/>
      <dgm:spPr/>
    </dgm:pt>
    <dgm:pt modelId="{CBAA1569-7E0C-45F3-8687-FF3A58780ECC}" type="pres">
      <dgm:prSet presAssocID="{52B650C9-2955-48EE-A4DD-E0995816C034}" presName="extraNode" presStyleLbl="node1" presStyleIdx="0" presStyleCnt="4"/>
      <dgm:spPr/>
    </dgm:pt>
    <dgm:pt modelId="{64A4C186-F0C3-4024-8AEF-091B55C2140B}" type="pres">
      <dgm:prSet presAssocID="{52B650C9-2955-48EE-A4DD-E0995816C034}" presName="dstNode" presStyleLbl="node1" presStyleIdx="0" presStyleCnt="4"/>
      <dgm:spPr/>
    </dgm:pt>
    <dgm:pt modelId="{3B6D70FC-73F3-49C4-865E-6F8592E5D02A}" type="pres">
      <dgm:prSet presAssocID="{CEFAB574-548F-47B8-BA15-9D84C330ADE6}" presName="text_1" presStyleLbl="node1" presStyleIdx="0" presStyleCnt="4">
        <dgm:presLayoutVars>
          <dgm:bulletEnabled val="1"/>
        </dgm:presLayoutVars>
      </dgm:prSet>
      <dgm:spPr/>
    </dgm:pt>
    <dgm:pt modelId="{F6672D56-447D-404A-A29E-E172215A3E40}" type="pres">
      <dgm:prSet presAssocID="{CEFAB574-548F-47B8-BA15-9D84C330ADE6}" presName="accent_1" presStyleCnt="0"/>
      <dgm:spPr/>
    </dgm:pt>
    <dgm:pt modelId="{969EEE46-040D-44F1-B0C0-B9B82CF3ADD0}" type="pres">
      <dgm:prSet presAssocID="{CEFAB574-548F-47B8-BA15-9D84C330ADE6}" presName="accentRepeatNode" presStyleLbl="solidFgAcc1" presStyleIdx="0" presStyleCnt="4"/>
      <dgm:spPr/>
    </dgm:pt>
    <dgm:pt modelId="{DA4F17A1-EB08-439F-9510-24B60FCE80C6}" type="pres">
      <dgm:prSet presAssocID="{4ED32329-852D-497C-A9D7-A31F69B76A7A}" presName="text_2" presStyleLbl="node1" presStyleIdx="1" presStyleCnt="4">
        <dgm:presLayoutVars>
          <dgm:bulletEnabled val="1"/>
        </dgm:presLayoutVars>
      </dgm:prSet>
      <dgm:spPr/>
    </dgm:pt>
    <dgm:pt modelId="{5E538FAA-9ACB-49A4-ABBD-32A50565189E}" type="pres">
      <dgm:prSet presAssocID="{4ED32329-852D-497C-A9D7-A31F69B76A7A}" presName="accent_2" presStyleCnt="0"/>
      <dgm:spPr/>
    </dgm:pt>
    <dgm:pt modelId="{E435C847-9F99-4BBE-9F64-B0489A8DEB06}" type="pres">
      <dgm:prSet presAssocID="{4ED32329-852D-497C-A9D7-A31F69B76A7A}" presName="accentRepeatNode" presStyleLbl="solidFgAcc1" presStyleIdx="1" presStyleCnt="4"/>
      <dgm:spPr/>
    </dgm:pt>
    <dgm:pt modelId="{A5AFCD32-215B-455B-B39A-5EACC7C9EF02}" type="pres">
      <dgm:prSet presAssocID="{E2007A0D-8515-414A-AFEB-F06D1F2AC957}" presName="text_3" presStyleLbl="node1" presStyleIdx="2" presStyleCnt="4">
        <dgm:presLayoutVars>
          <dgm:bulletEnabled val="1"/>
        </dgm:presLayoutVars>
      </dgm:prSet>
      <dgm:spPr/>
    </dgm:pt>
    <dgm:pt modelId="{FBF5E24A-D71C-481F-BEB2-8BAB6E71B5B3}" type="pres">
      <dgm:prSet presAssocID="{E2007A0D-8515-414A-AFEB-F06D1F2AC957}" presName="accent_3" presStyleCnt="0"/>
      <dgm:spPr/>
    </dgm:pt>
    <dgm:pt modelId="{6B7311BE-7CA9-47FE-9AA9-4687DB674DE5}" type="pres">
      <dgm:prSet presAssocID="{E2007A0D-8515-414A-AFEB-F06D1F2AC957}" presName="accentRepeatNode" presStyleLbl="solidFgAcc1" presStyleIdx="2" presStyleCnt="4"/>
      <dgm:spPr/>
    </dgm:pt>
    <dgm:pt modelId="{E0F8A219-3259-4EDD-B3B9-60C8C1157192}" type="pres">
      <dgm:prSet presAssocID="{0DDD9347-669A-4BD6-AF32-C22E7C18D6E0}" presName="text_4" presStyleLbl="node1" presStyleIdx="3" presStyleCnt="4">
        <dgm:presLayoutVars>
          <dgm:bulletEnabled val="1"/>
        </dgm:presLayoutVars>
      </dgm:prSet>
      <dgm:spPr/>
    </dgm:pt>
    <dgm:pt modelId="{05654C58-1BF0-4301-B905-750A35208D66}" type="pres">
      <dgm:prSet presAssocID="{0DDD9347-669A-4BD6-AF32-C22E7C18D6E0}" presName="accent_4" presStyleCnt="0"/>
      <dgm:spPr/>
    </dgm:pt>
    <dgm:pt modelId="{4CA647B5-EEC4-4B55-AE09-CBB613338826}" type="pres">
      <dgm:prSet presAssocID="{0DDD9347-669A-4BD6-AF32-C22E7C18D6E0}" presName="accentRepeatNode" presStyleLbl="solidFgAcc1" presStyleIdx="3" presStyleCnt="4"/>
      <dgm:spPr/>
    </dgm:pt>
  </dgm:ptLst>
  <dgm:cxnLst>
    <dgm:cxn modelId="{EDF1720F-C435-4A10-9278-E9BADFA27540}" srcId="{52B650C9-2955-48EE-A4DD-E0995816C034}" destId="{4ED32329-852D-497C-A9D7-A31F69B76A7A}" srcOrd="1" destOrd="0" parTransId="{E7AA24BF-24B7-4FDF-AD56-020EEB5E21F0}" sibTransId="{4408E80A-9F78-408F-9CD5-B932B434412A}"/>
    <dgm:cxn modelId="{1CB4A38A-F83A-4813-A62E-EF41B6631C89}" type="presOf" srcId="{764FD0CD-464E-4029-B778-C1F5EB3C7644}" destId="{A96486C8-F0C7-4228-A834-65106AF4CD99}" srcOrd="0" destOrd="0" presId="urn:microsoft.com/office/officeart/2008/layout/VerticalCurvedList"/>
    <dgm:cxn modelId="{3586F59C-2519-4F77-B7F4-454546D81F23}" type="presOf" srcId="{4ED32329-852D-497C-A9D7-A31F69B76A7A}" destId="{DA4F17A1-EB08-439F-9510-24B60FCE80C6}" srcOrd="0" destOrd="0" presId="urn:microsoft.com/office/officeart/2008/layout/VerticalCurvedList"/>
    <dgm:cxn modelId="{0F5DEEBE-6E95-4411-AB87-163EE5247064}" srcId="{52B650C9-2955-48EE-A4DD-E0995816C034}" destId="{CEFAB574-548F-47B8-BA15-9D84C330ADE6}" srcOrd="0" destOrd="0" parTransId="{88E6BC0E-21DB-4CD3-B657-3B71EC6A09A0}" sibTransId="{764FD0CD-464E-4029-B778-C1F5EB3C7644}"/>
    <dgm:cxn modelId="{1909F5CB-C0B5-4453-AC43-74362C070855}" srcId="{52B650C9-2955-48EE-A4DD-E0995816C034}" destId="{E2007A0D-8515-414A-AFEB-F06D1F2AC957}" srcOrd="2" destOrd="0" parTransId="{426267B9-D2F7-4BF1-8DB8-877D5445B221}" sibTransId="{D952C711-3AAC-481E-8734-92E3038E1426}"/>
    <dgm:cxn modelId="{E3E8CCDF-F910-415E-B18C-9A6B2A5ADFD1}" type="presOf" srcId="{52B650C9-2955-48EE-A4DD-E0995816C034}" destId="{C6A2665B-C054-42D8-8675-C6617D4C8706}" srcOrd="0" destOrd="0" presId="urn:microsoft.com/office/officeart/2008/layout/VerticalCurvedList"/>
    <dgm:cxn modelId="{82AF03E0-C242-40F2-9979-1C13F616DF26}" type="presOf" srcId="{0DDD9347-669A-4BD6-AF32-C22E7C18D6E0}" destId="{E0F8A219-3259-4EDD-B3B9-60C8C1157192}" srcOrd="0" destOrd="0" presId="urn:microsoft.com/office/officeart/2008/layout/VerticalCurvedList"/>
    <dgm:cxn modelId="{AAADA2E4-A85D-49A5-986B-0C2FFF0D0ACF}" type="presOf" srcId="{E2007A0D-8515-414A-AFEB-F06D1F2AC957}" destId="{A5AFCD32-215B-455B-B39A-5EACC7C9EF02}" srcOrd="0" destOrd="0" presId="urn:microsoft.com/office/officeart/2008/layout/VerticalCurvedList"/>
    <dgm:cxn modelId="{9D1D18EC-0FB3-49E3-A494-8628538E4CD4}" type="presOf" srcId="{CEFAB574-548F-47B8-BA15-9D84C330ADE6}" destId="{3B6D70FC-73F3-49C4-865E-6F8592E5D02A}" srcOrd="0" destOrd="0" presId="urn:microsoft.com/office/officeart/2008/layout/VerticalCurvedList"/>
    <dgm:cxn modelId="{26014FFC-0998-41E3-BD99-4D2FAC9AAA80}" srcId="{52B650C9-2955-48EE-A4DD-E0995816C034}" destId="{0DDD9347-669A-4BD6-AF32-C22E7C18D6E0}" srcOrd="3" destOrd="0" parTransId="{2DDAA2D9-992B-434A-B6AD-D046EA64CAD8}" sibTransId="{2592F12C-81D2-4B3F-B935-37BC50ECF5CB}"/>
    <dgm:cxn modelId="{B7C5E7CD-45F4-4CA6-86E3-9ED59582F4C9}" type="presParOf" srcId="{C6A2665B-C054-42D8-8675-C6617D4C8706}" destId="{1DB322A6-1F06-4008-A5B0-B2BAB038852D}" srcOrd="0" destOrd="0" presId="urn:microsoft.com/office/officeart/2008/layout/VerticalCurvedList"/>
    <dgm:cxn modelId="{9C043859-CC61-4699-9ECB-5E33580F04F5}" type="presParOf" srcId="{1DB322A6-1F06-4008-A5B0-B2BAB038852D}" destId="{46658A30-7AA0-4D94-A8FF-DC591B5E13C1}" srcOrd="0" destOrd="0" presId="urn:microsoft.com/office/officeart/2008/layout/VerticalCurvedList"/>
    <dgm:cxn modelId="{586EA10D-48D7-40F9-B5B0-DA28F1FAB37F}" type="presParOf" srcId="{46658A30-7AA0-4D94-A8FF-DC591B5E13C1}" destId="{39A4D714-269C-4E33-98AD-40D46AE06E99}" srcOrd="0" destOrd="0" presId="urn:microsoft.com/office/officeart/2008/layout/VerticalCurvedList"/>
    <dgm:cxn modelId="{60F65D6D-5FC6-49B0-A2E5-CB1B9394939D}" type="presParOf" srcId="{46658A30-7AA0-4D94-A8FF-DC591B5E13C1}" destId="{A96486C8-F0C7-4228-A834-65106AF4CD99}" srcOrd="1" destOrd="0" presId="urn:microsoft.com/office/officeart/2008/layout/VerticalCurvedList"/>
    <dgm:cxn modelId="{60FBF3FD-E2F9-459E-AE5E-8A3D20515B09}" type="presParOf" srcId="{46658A30-7AA0-4D94-A8FF-DC591B5E13C1}" destId="{CBAA1569-7E0C-45F3-8687-FF3A58780ECC}" srcOrd="2" destOrd="0" presId="urn:microsoft.com/office/officeart/2008/layout/VerticalCurvedList"/>
    <dgm:cxn modelId="{B1CC9857-C85C-444E-AD81-E711E71B9524}" type="presParOf" srcId="{46658A30-7AA0-4D94-A8FF-DC591B5E13C1}" destId="{64A4C186-F0C3-4024-8AEF-091B55C2140B}" srcOrd="3" destOrd="0" presId="urn:microsoft.com/office/officeart/2008/layout/VerticalCurvedList"/>
    <dgm:cxn modelId="{8CB8DE85-AE96-45FB-8504-12CACF8B3FCD}" type="presParOf" srcId="{1DB322A6-1F06-4008-A5B0-B2BAB038852D}" destId="{3B6D70FC-73F3-49C4-865E-6F8592E5D02A}" srcOrd="1" destOrd="0" presId="urn:microsoft.com/office/officeart/2008/layout/VerticalCurvedList"/>
    <dgm:cxn modelId="{4406551B-5856-4467-BB03-1B322960FFEC}" type="presParOf" srcId="{1DB322A6-1F06-4008-A5B0-B2BAB038852D}" destId="{F6672D56-447D-404A-A29E-E172215A3E40}" srcOrd="2" destOrd="0" presId="urn:microsoft.com/office/officeart/2008/layout/VerticalCurvedList"/>
    <dgm:cxn modelId="{CDB26DC0-19B1-4588-A316-4474F33E233E}" type="presParOf" srcId="{F6672D56-447D-404A-A29E-E172215A3E40}" destId="{969EEE46-040D-44F1-B0C0-B9B82CF3ADD0}" srcOrd="0" destOrd="0" presId="urn:microsoft.com/office/officeart/2008/layout/VerticalCurvedList"/>
    <dgm:cxn modelId="{751E9211-5080-47F3-8B34-2CAEF85C2BB2}" type="presParOf" srcId="{1DB322A6-1F06-4008-A5B0-B2BAB038852D}" destId="{DA4F17A1-EB08-439F-9510-24B60FCE80C6}" srcOrd="3" destOrd="0" presId="urn:microsoft.com/office/officeart/2008/layout/VerticalCurvedList"/>
    <dgm:cxn modelId="{943D41B4-8802-4C58-B2AF-9D4D96506AFB}" type="presParOf" srcId="{1DB322A6-1F06-4008-A5B0-B2BAB038852D}" destId="{5E538FAA-9ACB-49A4-ABBD-32A50565189E}" srcOrd="4" destOrd="0" presId="urn:microsoft.com/office/officeart/2008/layout/VerticalCurvedList"/>
    <dgm:cxn modelId="{EB498857-7077-43E0-895F-8C7B1C6CBDE8}" type="presParOf" srcId="{5E538FAA-9ACB-49A4-ABBD-32A50565189E}" destId="{E435C847-9F99-4BBE-9F64-B0489A8DEB06}" srcOrd="0" destOrd="0" presId="urn:microsoft.com/office/officeart/2008/layout/VerticalCurvedList"/>
    <dgm:cxn modelId="{70A8DD67-4D8B-4BB2-9C8E-337363F915C2}" type="presParOf" srcId="{1DB322A6-1F06-4008-A5B0-B2BAB038852D}" destId="{A5AFCD32-215B-455B-B39A-5EACC7C9EF02}" srcOrd="5" destOrd="0" presId="urn:microsoft.com/office/officeart/2008/layout/VerticalCurvedList"/>
    <dgm:cxn modelId="{F586CE65-E139-4077-A9CA-397F2AFDF81B}" type="presParOf" srcId="{1DB322A6-1F06-4008-A5B0-B2BAB038852D}" destId="{FBF5E24A-D71C-481F-BEB2-8BAB6E71B5B3}" srcOrd="6" destOrd="0" presId="urn:microsoft.com/office/officeart/2008/layout/VerticalCurvedList"/>
    <dgm:cxn modelId="{92DD7DCF-42FA-411B-B744-9992029BB107}" type="presParOf" srcId="{FBF5E24A-D71C-481F-BEB2-8BAB6E71B5B3}" destId="{6B7311BE-7CA9-47FE-9AA9-4687DB674DE5}" srcOrd="0" destOrd="0" presId="urn:microsoft.com/office/officeart/2008/layout/VerticalCurvedList"/>
    <dgm:cxn modelId="{8916A080-5ABB-4BAD-86EB-6680BB7B2E3B}" type="presParOf" srcId="{1DB322A6-1F06-4008-A5B0-B2BAB038852D}" destId="{E0F8A219-3259-4EDD-B3B9-60C8C1157192}" srcOrd="7" destOrd="0" presId="urn:microsoft.com/office/officeart/2008/layout/VerticalCurvedList"/>
    <dgm:cxn modelId="{F617AB32-47DB-426C-9C87-F06D21AE6D4E}" type="presParOf" srcId="{1DB322A6-1F06-4008-A5B0-B2BAB038852D}" destId="{05654C58-1BF0-4301-B905-750A35208D66}" srcOrd="8" destOrd="0" presId="urn:microsoft.com/office/officeart/2008/layout/VerticalCurvedList"/>
    <dgm:cxn modelId="{E7331CE4-40B5-4710-844E-0C091D2FAD9E}" type="presParOf" srcId="{05654C58-1BF0-4301-B905-750A35208D66}" destId="{4CA647B5-EEC4-4B55-AE09-CBB61333882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96F32B2-936C-4C04-96B2-23442E40F249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67420CD4-3CD4-4832-B54A-5C9B7E30B538}">
      <dgm:prSet phldrT="[Testo]"/>
      <dgm:spPr/>
      <dgm:t>
        <a:bodyPr/>
        <a:lstStyle/>
        <a:p>
          <a:pPr algn="l"/>
          <a:r>
            <a:rPr lang="it-IT" dirty="0"/>
            <a:t>Knowledge base</a:t>
          </a:r>
        </a:p>
      </dgm:t>
    </dgm:pt>
    <dgm:pt modelId="{6C27086F-193E-4BA4-BCCD-72155C81ABDB}" type="parTrans" cxnId="{8A2B379C-CBD5-4C3C-B778-DD1903A0398A}">
      <dgm:prSet/>
      <dgm:spPr/>
      <dgm:t>
        <a:bodyPr/>
        <a:lstStyle/>
        <a:p>
          <a:pPr algn="l"/>
          <a:endParaRPr lang="it-IT"/>
        </a:p>
      </dgm:t>
    </dgm:pt>
    <dgm:pt modelId="{F31DFC4F-17E0-48F4-8FDE-01DEFD8BCF00}" type="sibTrans" cxnId="{8A2B379C-CBD5-4C3C-B778-DD1903A0398A}">
      <dgm:prSet/>
      <dgm:spPr/>
      <dgm:t>
        <a:bodyPr/>
        <a:lstStyle/>
        <a:p>
          <a:pPr algn="l"/>
          <a:endParaRPr lang="it-IT"/>
        </a:p>
      </dgm:t>
    </dgm:pt>
    <dgm:pt modelId="{04534220-6FD3-43C9-8C2E-07EF4AA741D2}">
      <dgm:prSet phldrT="[Testo]"/>
      <dgm:spPr/>
      <dgm:t>
        <a:bodyPr/>
        <a:lstStyle/>
        <a:p>
          <a:pPr algn="l"/>
          <a:r>
            <a:rPr lang="it-IT" dirty="0" err="1"/>
            <a:t>Numeric</a:t>
          </a:r>
          <a:r>
            <a:rPr lang="it-IT" dirty="0"/>
            <a:t> </a:t>
          </a:r>
          <a:r>
            <a:rPr lang="it-IT" dirty="0" err="1"/>
            <a:t>rappresentation</a:t>
          </a:r>
          <a:endParaRPr lang="it-IT" dirty="0"/>
        </a:p>
      </dgm:t>
    </dgm:pt>
    <dgm:pt modelId="{E146B3D5-0E1E-4FA0-B33B-56BEF075F7BB}" type="parTrans" cxnId="{A075A46B-E8E3-4F7D-B669-7B3EB0FC7849}">
      <dgm:prSet/>
      <dgm:spPr/>
      <dgm:t>
        <a:bodyPr/>
        <a:lstStyle/>
        <a:p>
          <a:pPr algn="l"/>
          <a:endParaRPr lang="it-IT"/>
        </a:p>
      </dgm:t>
    </dgm:pt>
    <dgm:pt modelId="{EE65F566-5FFC-40FC-BC9A-C1F771D678D2}" type="sibTrans" cxnId="{A075A46B-E8E3-4F7D-B669-7B3EB0FC7849}">
      <dgm:prSet/>
      <dgm:spPr/>
      <dgm:t>
        <a:bodyPr/>
        <a:lstStyle/>
        <a:p>
          <a:pPr algn="l"/>
          <a:endParaRPr lang="it-IT"/>
        </a:p>
      </dgm:t>
    </dgm:pt>
    <dgm:pt modelId="{D2F2398D-0096-42BB-8108-22FD87B0E79E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en-US" dirty="0"/>
            <a:t>The items of the application domain are stored as unit vectors</a:t>
          </a:r>
          <a:endParaRPr lang="it-IT" dirty="0"/>
        </a:p>
      </dgm:t>
    </dgm:pt>
    <dgm:pt modelId="{B5689536-C38D-4633-81C4-4AF8B1ED2FAE}" type="parTrans" cxnId="{D298B399-039E-467C-BDEC-954154C6D532}">
      <dgm:prSet/>
      <dgm:spPr/>
      <dgm:t>
        <a:bodyPr/>
        <a:lstStyle/>
        <a:p>
          <a:pPr algn="l"/>
          <a:endParaRPr lang="it-IT"/>
        </a:p>
      </dgm:t>
    </dgm:pt>
    <dgm:pt modelId="{66BCBE57-29EF-4145-9219-569FCF5325CF}" type="sibTrans" cxnId="{D298B399-039E-467C-BDEC-954154C6D532}">
      <dgm:prSet/>
      <dgm:spPr/>
      <dgm:t>
        <a:bodyPr/>
        <a:lstStyle/>
        <a:p>
          <a:pPr algn="l"/>
          <a:endParaRPr lang="it-IT"/>
        </a:p>
      </dgm:t>
    </dgm:pt>
    <dgm:pt modelId="{A5A97F3F-E973-43C2-B295-2F87FDBE3532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it-IT" dirty="0" err="1"/>
            <a:t>Rappresentation</a:t>
          </a:r>
          <a:r>
            <a:rPr lang="it-IT" dirty="0"/>
            <a:t> of the </a:t>
          </a:r>
          <a:r>
            <a:rPr lang="it-IT" dirty="0" err="1"/>
            <a:t>application</a:t>
          </a:r>
          <a:r>
            <a:rPr lang="it-IT" dirty="0"/>
            <a:t> domain</a:t>
          </a:r>
        </a:p>
      </dgm:t>
    </dgm:pt>
    <dgm:pt modelId="{301B1980-1D6F-4073-A86F-F4AD05BFC2DC}" type="parTrans" cxnId="{7BDEEABD-83CD-4023-B91A-59370157F955}">
      <dgm:prSet/>
      <dgm:spPr/>
      <dgm:t>
        <a:bodyPr/>
        <a:lstStyle/>
        <a:p>
          <a:pPr algn="l"/>
          <a:endParaRPr lang="it-IT"/>
        </a:p>
      </dgm:t>
    </dgm:pt>
    <dgm:pt modelId="{8F992896-88DA-4CE1-88F3-613E538DB763}" type="sibTrans" cxnId="{7BDEEABD-83CD-4023-B91A-59370157F955}">
      <dgm:prSet/>
      <dgm:spPr/>
      <dgm:t>
        <a:bodyPr/>
        <a:lstStyle/>
        <a:p>
          <a:pPr algn="l"/>
          <a:endParaRPr lang="it-IT"/>
        </a:p>
      </dgm:t>
    </dgm:pt>
    <dgm:pt modelId="{04D073C3-8B6B-413B-B357-8FF4848742AA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it-IT" dirty="0" err="1"/>
            <a:t>Representation</a:t>
          </a:r>
          <a:r>
            <a:rPr lang="it-IT" dirty="0"/>
            <a:t> </a:t>
          </a:r>
          <a:r>
            <a:rPr lang="it-IT" dirty="0" err="1"/>
            <a:t>using</a:t>
          </a:r>
          <a:r>
            <a:rPr lang="it-IT" dirty="0"/>
            <a:t> </a:t>
          </a:r>
          <a:r>
            <a:rPr lang="it-IT" dirty="0" err="1"/>
            <a:t>graph</a:t>
          </a:r>
          <a:r>
            <a:rPr lang="it-IT" dirty="0"/>
            <a:t> database </a:t>
          </a:r>
          <a:r>
            <a:rPr lang="it-IT" i="1" dirty="0"/>
            <a:t>(Neo4J, RDF, OWL)</a:t>
          </a:r>
          <a:endParaRPr lang="it-IT" dirty="0"/>
        </a:p>
      </dgm:t>
    </dgm:pt>
    <dgm:pt modelId="{72BB554E-1FF3-42B3-8E05-16FDBDD0CC5B}" type="parTrans" cxnId="{F2CCC6C1-1AEF-4F05-AE05-EC4F266208C2}">
      <dgm:prSet/>
      <dgm:spPr/>
      <dgm:t>
        <a:bodyPr/>
        <a:lstStyle/>
        <a:p>
          <a:endParaRPr lang="it-IT"/>
        </a:p>
      </dgm:t>
    </dgm:pt>
    <dgm:pt modelId="{131B83B1-B9E5-44F9-9094-96E7877C1EAE}" type="sibTrans" cxnId="{F2CCC6C1-1AEF-4F05-AE05-EC4F266208C2}">
      <dgm:prSet/>
      <dgm:spPr/>
      <dgm:t>
        <a:bodyPr/>
        <a:lstStyle/>
        <a:p>
          <a:endParaRPr lang="it-IT"/>
        </a:p>
      </dgm:t>
    </dgm:pt>
    <dgm:pt modelId="{CCEA072A-3D82-4CEB-B17E-3A2F99AF84A0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en-US" dirty="0"/>
            <a:t>The system calculates the similarity cosine between items' </a:t>
          </a:r>
          <a:r>
            <a:rPr lang="en-US" dirty="0" err="1"/>
            <a:t>prefered</a:t>
          </a:r>
          <a:r>
            <a:rPr lang="en-US" dirty="0"/>
            <a:t> of user and all items</a:t>
          </a:r>
          <a:endParaRPr lang="it-IT" dirty="0"/>
        </a:p>
      </dgm:t>
    </dgm:pt>
    <dgm:pt modelId="{00D32E1C-1631-43A3-96EC-19663F609CAC}" type="parTrans" cxnId="{A2CE693F-F9E9-4A31-874E-36A7CFA3975F}">
      <dgm:prSet/>
      <dgm:spPr/>
      <dgm:t>
        <a:bodyPr/>
        <a:lstStyle/>
        <a:p>
          <a:endParaRPr lang="it-IT"/>
        </a:p>
      </dgm:t>
    </dgm:pt>
    <dgm:pt modelId="{D91E6186-16F3-4B0B-9A58-6D09702A7050}" type="sibTrans" cxnId="{A2CE693F-F9E9-4A31-874E-36A7CFA3975F}">
      <dgm:prSet/>
      <dgm:spPr/>
      <dgm:t>
        <a:bodyPr/>
        <a:lstStyle/>
        <a:p>
          <a:endParaRPr lang="it-IT"/>
        </a:p>
      </dgm:t>
    </dgm:pt>
    <dgm:pt modelId="{05E6C741-FCB4-462E-AC48-44DE9C328B9C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it-IT" dirty="0"/>
            <a:t>TF-IDF</a:t>
          </a:r>
        </a:p>
      </dgm:t>
    </dgm:pt>
    <dgm:pt modelId="{12E787E0-7223-40A6-9D77-FC6C6720DEB9}" type="parTrans" cxnId="{19A201D0-205E-4C83-961C-A8239D68583F}">
      <dgm:prSet/>
      <dgm:spPr/>
      <dgm:t>
        <a:bodyPr/>
        <a:lstStyle/>
        <a:p>
          <a:endParaRPr lang="it-IT"/>
        </a:p>
      </dgm:t>
    </dgm:pt>
    <dgm:pt modelId="{1A7A7092-ED32-4D4C-842D-89E2799F25B3}" type="sibTrans" cxnId="{19A201D0-205E-4C83-961C-A8239D68583F}">
      <dgm:prSet/>
      <dgm:spPr/>
      <dgm:t>
        <a:bodyPr/>
        <a:lstStyle/>
        <a:p>
          <a:endParaRPr lang="it-IT"/>
        </a:p>
      </dgm:t>
    </dgm:pt>
    <dgm:pt modelId="{6BA3AD48-8D72-4402-8CE2-B1C05EA143BC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en-US" dirty="0"/>
            <a:t>Term Frequency - Inverse Document Frequency</a:t>
          </a:r>
          <a:endParaRPr lang="it-IT" dirty="0"/>
        </a:p>
      </dgm:t>
    </dgm:pt>
    <dgm:pt modelId="{BEAF319E-218C-40C0-A001-ADB8D60739AE}" type="parTrans" cxnId="{19B5F798-051E-4ECE-9F76-7BA99BD06B83}">
      <dgm:prSet/>
      <dgm:spPr/>
      <dgm:t>
        <a:bodyPr/>
        <a:lstStyle/>
        <a:p>
          <a:endParaRPr lang="it-IT"/>
        </a:p>
      </dgm:t>
    </dgm:pt>
    <dgm:pt modelId="{FAFC9CA9-6A5A-4BE0-94E3-7294A5229F04}" type="sibTrans" cxnId="{19B5F798-051E-4ECE-9F76-7BA99BD06B83}">
      <dgm:prSet/>
      <dgm:spPr/>
      <dgm:t>
        <a:bodyPr/>
        <a:lstStyle/>
        <a:p>
          <a:endParaRPr lang="it-IT"/>
        </a:p>
      </dgm:t>
    </dgm:pt>
    <dgm:pt modelId="{5723A761-3C7F-47FA-9D7E-4EF3BEBF3972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en-US"/>
            <a:t>It measures how important a term is within a document relative to a collection of documents</a:t>
          </a:r>
          <a:endParaRPr lang="it-IT" dirty="0"/>
        </a:p>
      </dgm:t>
    </dgm:pt>
    <dgm:pt modelId="{E8E7A701-C56D-4339-A4BF-3E11A7430118}" type="parTrans" cxnId="{23BDEF02-C7E3-49ED-8CBD-5A9187EA79E3}">
      <dgm:prSet/>
      <dgm:spPr/>
    </dgm:pt>
    <dgm:pt modelId="{A7442860-63BE-42FD-8AFC-62A14DC6D2C5}" type="sibTrans" cxnId="{23BDEF02-C7E3-49ED-8CBD-5A9187EA79E3}">
      <dgm:prSet/>
      <dgm:spPr/>
    </dgm:pt>
    <dgm:pt modelId="{F317781B-0608-4F65-B0DB-1187E68D3624}" type="pres">
      <dgm:prSet presAssocID="{E96F32B2-936C-4C04-96B2-23442E40F249}" presName="linear" presStyleCnt="0">
        <dgm:presLayoutVars>
          <dgm:dir/>
          <dgm:animLvl val="lvl"/>
          <dgm:resizeHandles val="exact"/>
        </dgm:presLayoutVars>
      </dgm:prSet>
      <dgm:spPr/>
    </dgm:pt>
    <dgm:pt modelId="{72C8B4A1-9E2A-48DD-A9AF-06792EDA2672}" type="pres">
      <dgm:prSet presAssocID="{67420CD4-3CD4-4832-B54A-5C9B7E30B538}" presName="parentLin" presStyleCnt="0"/>
      <dgm:spPr/>
    </dgm:pt>
    <dgm:pt modelId="{794EE793-9D96-4F83-9DFB-FAB80B82AD9E}" type="pres">
      <dgm:prSet presAssocID="{67420CD4-3CD4-4832-B54A-5C9B7E30B538}" presName="parentLeftMargin" presStyleLbl="node1" presStyleIdx="0" presStyleCnt="3"/>
      <dgm:spPr/>
    </dgm:pt>
    <dgm:pt modelId="{5B8819CC-CEA1-491B-9EE3-B9C67E509540}" type="pres">
      <dgm:prSet presAssocID="{67420CD4-3CD4-4832-B54A-5C9B7E30B53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10CA2A7-5372-475E-911B-7A55A1CF9342}" type="pres">
      <dgm:prSet presAssocID="{67420CD4-3CD4-4832-B54A-5C9B7E30B538}" presName="negativeSpace" presStyleCnt="0"/>
      <dgm:spPr/>
    </dgm:pt>
    <dgm:pt modelId="{545E460F-0ECD-455A-961C-134900493053}" type="pres">
      <dgm:prSet presAssocID="{67420CD4-3CD4-4832-B54A-5C9B7E30B538}" presName="childText" presStyleLbl="conFgAcc1" presStyleIdx="0" presStyleCnt="3">
        <dgm:presLayoutVars>
          <dgm:bulletEnabled val="1"/>
        </dgm:presLayoutVars>
      </dgm:prSet>
      <dgm:spPr/>
    </dgm:pt>
    <dgm:pt modelId="{8C3C2635-3E33-4B7B-B3AC-F41B81A4D94A}" type="pres">
      <dgm:prSet presAssocID="{F31DFC4F-17E0-48F4-8FDE-01DEFD8BCF00}" presName="spaceBetweenRectangles" presStyleCnt="0"/>
      <dgm:spPr/>
    </dgm:pt>
    <dgm:pt modelId="{75FC3C1E-C1E1-482E-A85A-7906D6941DD6}" type="pres">
      <dgm:prSet presAssocID="{04534220-6FD3-43C9-8C2E-07EF4AA741D2}" presName="parentLin" presStyleCnt="0"/>
      <dgm:spPr/>
    </dgm:pt>
    <dgm:pt modelId="{DC355ACB-943F-4A53-A59A-CCAA7EE8096C}" type="pres">
      <dgm:prSet presAssocID="{04534220-6FD3-43C9-8C2E-07EF4AA741D2}" presName="parentLeftMargin" presStyleLbl="node1" presStyleIdx="0" presStyleCnt="3"/>
      <dgm:spPr/>
    </dgm:pt>
    <dgm:pt modelId="{D49BD823-8E1C-4F13-BF7D-0B8EAB3E621D}" type="pres">
      <dgm:prSet presAssocID="{04534220-6FD3-43C9-8C2E-07EF4AA741D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B6685BA-598A-4EBD-A038-180733A05FDA}" type="pres">
      <dgm:prSet presAssocID="{04534220-6FD3-43C9-8C2E-07EF4AA741D2}" presName="negativeSpace" presStyleCnt="0"/>
      <dgm:spPr/>
    </dgm:pt>
    <dgm:pt modelId="{C9BA093D-36CC-4133-83FB-333D9ACE82DA}" type="pres">
      <dgm:prSet presAssocID="{04534220-6FD3-43C9-8C2E-07EF4AA741D2}" presName="childText" presStyleLbl="conFgAcc1" presStyleIdx="1" presStyleCnt="3">
        <dgm:presLayoutVars>
          <dgm:bulletEnabled val="1"/>
        </dgm:presLayoutVars>
      </dgm:prSet>
      <dgm:spPr/>
    </dgm:pt>
    <dgm:pt modelId="{9E718B78-B020-41CB-B367-CD8D8D39318D}" type="pres">
      <dgm:prSet presAssocID="{EE65F566-5FFC-40FC-BC9A-C1F771D678D2}" presName="spaceBetweenRectangles" presStyleCnt="0"/>
      <dgm:spPr/>
    </dgm:pt>
    <dgm:pt modelId="{ECF8C82E-81D8-4D8B-87AF-1782810FA673}" type="pres">
      <dgm:prSet presAssocID="{05E6C741-FCB4-462E-AC48-44DE9C328B9C}" presName="parentLin" presStyleCnt="0"/>
      <dgm:spPr/>
    </dgm:pt>
    <dgm:pt modelId="{818B4F95-DF04-47CF-86DC-A1A347B75454}" type="pres">
      <dgm:prSet presAssocID="{05E6C741-FCB4-462E-AC48-44DE9C328B9C}" presName="parentLeftMargin" presStyleLbl="node1" presStyleIdx="1" presStyleCnt="3"/>
      <dgm:spPr/>
    </dgm:pt>
    <dgm:pt modelId="{381AD979-C2AE-47D7-90BE-DDC3B76AAB52}" type="pres">
      <dgm:prSet presAssocID="{05E6C741-FCB4-462E-AC48-44DE9C328B9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ED83AAF-5516-4303-A4A1-588D4D37B5DF}" type="pres">
      <dgm:prSet presAssocID="{05E6C741-FCB4-462E-AC48-44DE9C328B9C}" presName="negativeSpace" presStyleCnt="0"/>
      <dgm:spPr/>
    </dgm:pt>
    <dgm:pt modelId="{0AA5C570-4735-4761-BECC-2A8A0A0C7BE2}" type="pres">
      <dgm:prSet presAssocID="{05E6C741-FCB4-462E-AC48-44DE9C328B9C}" presName="childText" presStyleLbl="conFgAcc1" presStyleIdx="2" presStyleCnt="3" custLinFactNeighborX="-3">
        <dgm:presLayoutVars>
          <dgm:bulletEnabled val="1"/>
        </dgm:presLayoutVars>
      </dgm:prSet>
      <dgm:spPr/>
    </dgm:pt>
  </dgm:ptLst>
  <dgm:cxnLst>
    <dgm:cxn modelId="{23BDEF02-C7E3-49ED-8CBD-5A9187EA79E3}" srcId="{05E6C741-FCB4-462E-AC48-44DE9C328B9C}" destId="{5723A761-3C7F-47FA-9D7E-4EF3BEBF3972}" srcOrd="1" destOrd="0" parTransId="{E8E7A701-C56D-4339-A4BF-3E11A7430118}" sibTransId="{A7442860-63BE-42FD-8AFC-62A14DC6D2C5}"/>
    <dgm:cxn modelId="{0445B329-7F06-4FB8-A1CF-FA3372623EAA}" type="presOf" srcId="{05E6C741-FCB4-462E-AC48-44DE9C328B9C}" destId="{818B4F95-DF04-47CF-86DC-A1A347B75454}" srcOrd="0" destOrd="0" presId="urn:microsoft.com/office/officeart/2005/8/layout/list1"/>
    <dgm:cxn modelId="{BD5B6530-5BDA-46A6-91CE-227F4AAC8FCA}" type="presOf" srcId="{04534220-6FD3-43C9-8C2E-07EF4AA741D2}" destId="{DC355ACB-943F-4A53-A59A-CCAA7EE8096C}" srcOrd="0" destOrd="0" presId="urn:microsoft.com/office/officeart/2005/8/layout/list1"/>
    <dgm:cxn modelId="{507DE13A-FF71-495B-A831-9E2A2E603D7F}" type="presOf" srcId="{04534220-6FD3-43C9-8C2E-07EF4AA741D2}" destId="{D49BD823-8E1C-4F13-BF7D-0B8EAB3E621D}" srcOrd="1" destOrd="0" presId="urn:microsoft.com/office/officeart/2005/8/layout/list1"/>
    <dgm:cxn modelId="{A2CE693F-F9E9-4A31-874E-36A7CFA3975F}" srcId="{04534220-6FD3-43C9-8C2E-07EF4AA741D2}" destId="{CCEA072A-3D82-4CEB-B17E-3A2F99AF84A0}" srcOrd="1" destOrd="0" parTransId="{00D32E1C-1631-43A3-96EC-19663F609CAC}" sibTransId="{D91E6186-16F3-4B0B-9A58-6D09702A7050}"/>
    <dgm:cxn modelId="{A075A46B-E8E3-4F7D-B669-7B3EB0FC7849}" srcId="{E96F32B2-936C-4C04-96B2-23442E40F249}" destId="{04534220-6FD3-43C9-8C2E-07EF4AA741D2}" srcOrd="1" destOrd="0" parTransId="{E146B3D5-0E1E-4FA0-B33B-56BEF075F7BB}" sibTransId="{EE65F566-5FFC-40FC-BC9A-C1F771D678D2}"/>
    <dgm:cxn modelId="{65B78F6D-8A8A-4DA2-ADE4-D0C282644D18}" type="presOf" srcId="{67420CD4-3CD4-4832-B54A-5C9B7E30B538}" destId="{794EE793-9D96-4F83-9DFB-FAB80B82AD9E}" srcOrd="0" destOrd="0" presId="urn:microsoft.com/office/officeart/2005/8/layout/list1"/>
    <dgm:cxn modelId="{0094614E-2DBE-4EB5-BF1F-3E6E0EAF4B64}" type="presOf" srcId="{6BA3AD48-8D72-4402-8CE2-B1C05EA143BC}" destId="{0AA5C570-4735-4761-BECC-2A8A0A0C7BE2}" srcOrd="0" destOrd="0" presId="urn:microsoft.com/office/officeart/2005/8/layout/list1"/>
    <dgm:cxn modelId="{EE297F81-D721-477C-BC28-71C9FE294341}" type="presOf" srcId="{D2F2398D-0096-42BB-8108-22FD87B0E79E}" destId="{C9BA093D-36CC-4133-83FB-333D9ACE82DA}" srcOrd="0" destOrd="0" presId="urn:microsoft.com/office/officeart/2005/8/layout/list1"/>
    <dgm:cxn modelId="{086B868A-FD6B-4ED6-BA7A-ACBEFD8E4C2D}" type="presOf" srcId="{04D073C3-8B6B-413B-B357-8FF4848742AA}" destId="{545E460F-0ECD-455A-961C-134900493053}" srcOrd="0" destOrd="1" presId="urn:microsoft.com/office/officeart/2005/8/layout/list1"/>
    <dgm:cxn modelId="{D0DD758E-F147-4FDA-AD9A-255A687BA117}" type="presOf" srcId="{E96F32B2-936C-4C04-96B2-23442E40F249}" destId="{F317781B-0608-4F65-B0DB-1187E68D3624}" srcOrd="0" destOrd="0" presId="urn:microsoft.com/office/officeart/2005/8/layout/list1"/>
    <dgm:cxn modelId="{19B5F798-051E-4ECE-9F76-7BA99BD06B83}" srcId="{05E6C741-FCB4-462E-AC48-44DE9C328B9C}" destId="{6BA3AD48-8D72-4402-8CE2-B1C05EA143BC}" srcOrd="0" destOrd="0" parTransId="{BEAF319E-218C-40C0-A001-ADB8D60739AE}" sibTransId="{FAFC9CA9-6A5A-4BE0-94E3-7294A5229F04}"/>
    <dgm:cxn modelId="{D298B399-039E-467C-BDEC-954154C6D532}" srcId="{04534220-6FD3-43C9-8C2E-07EF4AA741D2}" destId="{D2F2398D-0096-42BB-8108-22FD87B0E79E}" srcOrd="0" destOrd="0" parTransId="{B5689536-C38D-4633-81C4-4AF8B1ED2FAE}" sibTransId="{66BCBE57-29EF-4145-9219-569FCF5325CF}"/>
    <dgm:cxn modelId="{8A2B379C-CBD5-4C3C-B778-DD1903A0398A}" srcId="{E96F32B2-936C-4C04-96B2-23442E40F249}" destId="{67420CD4-3CD4-4832-B54A-5C9B7E30B538}" srcOrd="0" destOrd="0" parTransId="{6C27086F-193E-4BA4-BCCD-72155C81ABDB}" sibTransId="{F31DFC4F-17E0-48F4-8FDE-01DEFD8BCF00}"/>
    <dgm:cxn modelId="{0B9A38A6-4555-4EA3-830C-F51B57C529AA}" type="presOf" srcId="{05E6C741-FCB4-462E-AC48-44DE9C328B9C}" destId="{381AD979-C2AE-47D7-90BE-DDC3B76AAB52}" srcOrd="1" destOrd="0" presId="urn:microsoft.com/office/officeart/2005/8/layout/list1"/>
    <dgm:cxn modelId="{29B194B1-D9D3-493E-B017-8F01E3190F0C}" type="presOf" srcId="{67420CD4-3CD4-4832-B54A-5C9B7E30B538}" destId="{5B8819CC-CEA1-491B-9EE3-B9C67E509540}" srcOrd="1" destOrd="0" presId="urn:microsoft.com/office/officeart/2005/8/layout/list1"/>
    <dgm:cxn modelId="{44282DB6-4359-4AB8-B457-82E4A67EFC08}" type="presOf" srcId="{CCEA072A-3D82-4CEB-B17E-3A2F99AF84A0}" destId="{C9BA093D-36CC-4133-83FB-333D9ACE82DA}" srcOrd="0" destOrd="1" presId="urn:microsoft.com/office/officeart/2005/8/layout/list1"/>
    <dgm:cxn modelId="{7BDEEABD-83CD-4023-B91A-59370157F955}" srcId="{67420CD4-3CD4-4832-B54A-5C9B7E30B538}" destId="{A5A97F3F-E973-43C2-B295-2F87FDBE3532}" srcOrd="0" destOrd="0" parTransId="{301B1980-1D6F-4073-A86F-F4AD05BFC2DC}" sibTransId="{8F992896-88DA-4CE1-88F3-613E538DB763}"/>
    <dgm:cxn modelId="{F2CCC6C1-1AEF-4F05-AE05-EC4F266208C2}" srcId="{67420CD4-3CD4-4832-B54A-5C9B7E30B538}" destId="{04D073C3-8B6B-413B-B357-8FF4848742AA}" srcOrd="1" destOrd="0" parTransId="{72BB554E-1FF3-42B3-8E05-16FDBDD0CC5B}" sibTransId="{131B83B1-B9E5-44F9-9094-96E7877C1EAE}"/>
    <dgm:cxn modelId="{19A201D0-205E-4C83-961C-A8239D68583F}" srcId="{E96F32B2-936C-4C04-96B2-23442E40F249}" destId="{05E6C741-FCB4-462E-AC48-44DE9C328B9C}" srcOrd="2" destOrd="0" parTransId="{12E787E0-7223-40A6-9D77-FC6C6720DEB9}" sibTransId="{1A7A7092-ED32-4D4C-842D-89E2799F25B3}"/>
    <dgm:cxn modelId="{4F5622D3-6F78-494C-A842-77D5836CD028}" type="presOf" srcId="{A5A97F3F-E973-43C2-B295-2F87FDBE3532}" destId="{545E460F-0ECD-455A-961C-134900493053}" srcOrd="0" destOrd="0" presId="urn:microsoft.com/office/officeart/2005/8/layout/list1"/>
    <dgm:cxn modelId="{14E9BDE3-5F5D-4B34-88A3-5CCACD3E3072}" type="presOf" srcId="{5723A761-3C7F-47FA-9D7E-4EF3BEBF3972}" destId="{0AA5C570-4735-4761-BECC-2A8A0A0C7BE2}" srcOrd="0" destOrd="1" presId="urn:microsoft.com/office/officeart/2005/8/layout/list1"/>
    <dgm:cxn modelId="{381C18EF-0E9A-4924-92B7-1817F71E5739}" type="presParOf" srcId="{F317781B-0608-4F65-B0DB-1187E68D3624}" destId="{72C8B4A1-9E2A-48DD-A9AF-06792EDA2672}" srcOrd="0" destOrd="0" presId="urn:microsoft.com/office/officeart/2005/8/layout/list1"/>
    <dgm:cxn modelId="{FF217179-8C1A-429A-8D1C-D45EDF792CF9}" type="presParOf" srcId="{72C8B4A1-9E2A-48DD-A9AF-06792EDA2672}" destId="{794EE793-9D96-4F83-9DFB-FAB80B82AD9E}" srcOrd="0" destOrd="0" presId="urn:microsoft.com/office/officeart/2005/8/layout/list1"/>
    <dgm:cxn modelId="{88484E7B-958E-403A-824A-88D0CC49D24E}" type="presParOf" srcId="{72C8B4A1-9E2A-48DD-A9AF-06792EDA2672}" destId="{5B8819CC-CEA1-491B-9EE3-B9C67E509540}" srcOrd="1" destOrd="0" presId="urn:microsoft.com/office/officeart/2005/8/layout/list1"/>
    <dgm:cxn modelId="{A925F12A-C59C-436C-BBDF-3E8A25112188}" type="presParOf" srcId="{F317781B-0608-4F65-B0DB-1187E68D3624}" destId="{310CA2A7-5372-475E-911B-7A55A1CF9342}" srcOrd="1" destOrd="0" presId="urn:microsoft.com/office/officeart/2005/8/layout/list1"/>
    <dgm:cxn modelId="{E31B94D2-A66A-4464-8C36-F93A73AF887B}" type="presParOf" srcId="{F317781B-0608-4F65-B0DB-1187E68D3624}" destId="{545E460F-0ECD-455A-961C-134900493053}" srcOrd="2" destOrd="0" presId="urn:microsoft.com/office/officeart/2005/8/layout/list1"/>
    <dgm:cxn modelId="{AFCDD1F7-F935-4D8C-BE6C-FC9DCF082506}" type="presParOf" srcId="{F317781B-0608-4F65-B0DB-1187E68D3624}" destId="{8C3C2635-3E33-4B7B-B3AC-F41B81A4D94A}" srcOrd="3" destOrd="0" presId="urn:microsoft.com/office/officeart/2005/8/layout/list1"/>
    <dgm:cxn modelId="{3FF68916-E4FE-4A12-97CE-D153EE3B568D}" type="presParOf" srcId="{F317781B-0608-4F65-B0DB-1187E68D3624}" destId="{75FC3C1E-C1E1-482E-A85A-7906D6941DD6}" srcOrd="4" destOrd="0" presId="urn:microsoft.com/office/officeart/2005/8/layout/list1"/>
    <dgm:cxn modelId="{AD44FF1E-DF9B-4217-BCC5-F614E9391767}" type="presParOf" srcId="{75FC3C1E-C1E1-482E-A85A-7906D6941DD6}" destId="{DC355ACB-943F-4A53-A59A-CCAA7EE8096C}" srcOrd="0" destOrd="0" presId="urn:microsoft.com/office/officeart/2005/8/layout/list1"/>
    <dgm:cxn modelId="{CF15EDB8-3FD5-43BA-99A9-DD38A07664F7}" type="presParOf" srcId="{75FC3C1E-C1E1-482E-A85A-7906D6941DD6}" destId="{D49BD823-8E1C-4F13-BF7D-0B8EAB3E621D}" srcOrd="1" destOrd="0" presId="urn:microsoft.com/office/officeart/2005/8/layout/list1"/>
    <dgm:cxn modelId="{17516A84-885F-46F4-817E-BA227F52C2BE}" type="presParOf" srcId="{F317781B-0608-4F65-B0DB-1187E68D3624}" destId="{EB6685BA-598A-4EBD-A038-180733A05FDA}" srcOrd="5" destOrd="0" presId="urn:microsoft.com/office/officeart/2005/8/layout/list1"/>
    <dgm:cxn modelId="{B3B9015D-5F4E-4824-920F-F20AC69F0203}" type="presParOf" srcId="{F317781B-0608-4F65-B0DB-1187E68D3624}" destId="{C9BA093D-36CC-4133-83FB-333D9ACE82DA}" srcOrd="6" destOrd="0" presId="urn:microsoft.com/office/officeart/2005/8/layout/list1"/>
    <dgm:cxn modelId="{D3D082F8-C64E-4EAC-BAA5-2952E8A7886F}" type="presParOf" srcId="{F317781B-0608-4F65-B0DB-1187E68D3624}" destId="{9E718B78-B020-41CB-B367-CD8D8D39318D}" srcOrd="7" destOrd="0" presId="urn:microsoft.com/office/officeart/2005/8/layout/list1"/>
    <dgm:cxn modelId="{A8B0E370-3808-4E93-89FF-6C6164422792}" type="presParOf" srcId="{F317781B-0608-4F65-B0DB-1187E68D3624}" destId="{ECF8C82E-81D8-4D8B-87AF-1782810FA673}" srcOrd="8" destOrd="0" presId="urn:microsoft.com/office/officeart/2005/8/layout/list1"/>
    <dgm:cxn modelId="{7E252CCE-B58D-4E0D-B250-C9A60FCB69D0}" type="presParOf" srcId="{ECF8C82E-81D8-4D8B-87AF-1782810FA673}" destId="{818B4F95-DF04-47CF-86DC-A1A347B75454}" srcOrd="0" destOrd="0" presId="urn:microsoft.com/office/officeart/2005/8/layout/list1"/>
    <dgm:cxn modelId="{20FC5FDB-FED3-4132-8C16-1200A9676B40}" type="presParOf" srcId="{ECF8C82E-81D8-4D8B-87AF-1782810FA673}" destId="{381AD979-C2AE-47D7-90BE-DDC3B76AAB52}" srcOrd="1" destOrd="0" presId="urn:microsoft.com/office/officeart/2005/8/layout/list1"/>
    <dgm:cxn modelId="{8E951170-08C3-4E3D-A0FA-530117DD892C}" type="presParOf" srcId="{F317781B-0608-4F65-B0DB-1187E68D3624}" destId="{AED83AAF-5516-4303-A4A1-588D4D37B5DF}" srcOrd="9" destOrd="0" presId="urn:microsoft.com/office/officeart/2005/8/layout/list1"/>
    <dgm:cxn modelId="{8D647829-9019-471D-9A56-44D6902ED384}" type="presParOf" srcId="{F317781B-0608-4F65-B0DB-1187E68D3624}" destId="{0AA5C570-4735-4761-BECC-2A8A0A0C7BE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96F32B2-936C-4C04-96B2-23442E40F249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67420CD4-3CD4-4832-B54A-5C9B7E30B538}">
      <dgm:prSet phldrT="[Testo]"/>
      <dgm:spPr/>
      <dgm:t>
        <a:bodyPr/>
        <a:lstStyle/>
        <a:p>
          <a:pPr algn="l"/>
          <a:r>
            <a:rPr lang="it-IT" b="0" dirty="0"/>
            <a:t>TF-IDF</a:t>
          </a:r>
        </a:p>
      </dgm:t>
    </dgm:pt>
    <dgm:pt modelId="{6C27086F-193E-4BA4-BCCD-72155C81ABDB}" type="parTrans" cxnId="{8A2B379C-CBD5-4C3C-B778-DD1903A0398A}">
      <dgm:prSet/>
      <dgm:spPr/>
      <dgm:t>
        <a:bodyPr/>
        <a:lstStyle/>
        <a:p>
          <a:pPr algn="l"/>
          <a:endParaRPr lang="it-IT"/>
        </a:p>
      </dgm:t>
    </dgm:pt>
    <dgm:pt modelId="{F31DFC4F-17E0-48F4-8FDE-01DEFD8BCF00}" type="sibTrans" cxnId="{8A2B379C-CBD5-4C3C-B778-DD1903A0398A}">
      <dgm:prSet/>
      <dgm:spPr/>
      <dgm:t>
        <a:bodyPr/>
        <a:lstStyle/>
        <a:p>
          <a:pPr algn="l"/>
          <a:endParaRPr lang="it-IT"/>
        </a:p>
      </dgm:t>
    </dgm:pt>
    <dgm:pt modelId="{04534220-6FD3-43C9-8C2E-07EF4AA741D2}">
      <dgm:prSet phldrT="[Testo]"/>
      <dgm:spPr/>
      <dgm:t>
        <a:bodyPr/>
        <a:lstStyle/>
        <a:p>
          <a:pPr algn="l"/>
          <a:r>
            <a:rPr lang="it-IT" b="0" dirty="0"/>
            <a:t>IDF</a:t>
          </a:r>
        </a:p>
      </dgm:t>
    </dgm:pt>
    <dgm:pt modelId="{E146B3D5-0E1E-4FA0-B33B-56BEF075F7BB}" type="parTrans" cxnId="{A075A46B-E8E3-4F7D-B669-7B3EB0FC7849}">
      <dgm:prSet/>
      <dgm:spPr/>
      <dgm:t>
        <a:bodyPr/>
        <a:lstStyle/>
        <a:p>
          <a:pPr algn="l"/>
          <a:endParaRPr lang="it-IT"/>
        </a:p>
      </dgm:t>
    </dgm:pt>
    <dgm:pt modelId="{EE65F566-5FFC-40FC-BC9A-C1F771D678D2}" type="sibTrans" cxnId="{A075A46B-E8E3-4F7D-B669-7B3EB0FC7849}">
      <dgm:prSet/>
      <dgm:spPr/>
      <dgm:t>
        <a:bodyPr/>
        <a:lstStyle/>
        <a:p>
          <a:pPr algn="l"/>
          <a:endParaRPr lang="it-IT"/>
        </a:p>
      </dgm:t>
    </dgm:pt>
    <dgm:pt modelId="{D2F2398D-0096-42BB-8108-22FD87B0E79E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en-US" dirty="0"/>
            <a:t>Inverse Document Frequency</a:t>
          </a:r>
          <a:endParaRPr lang="it-IT" dirty="0"/>
        </a:p>
      </dgm:t>
    </dgm:pt>
    <dgm:pt modelId="{B5689536-C38D-4633-81C4-4AF8B1ED2FAE}" type="parTrans" cxnId="{D298B399-039E-467C-BDEC-954154C6D532}">
      <dgm:prSet/>
      <dgm:spPr/>
      <dgm:t>
        <a:bodyPr/>
        <a:lstStyle/>
        <a:p>
          <a:pPr algn="l"/>
          <a:endParaRPr lang="it-IT"/>
        </a:p>
      </dgm:t>
    </dgm:pt>
    <dgm:pt modelId="{66BCBE57-29EF-4145-9219-569FCF5325CF}" type="sibTrans" cxnId="{D298B399-039E-467C-BDEC-954154C6D532}">
      <dgm:prSet/>
      <dgm:spPr/>
      <dgm:t>
        <a:bodyPr/>
        <a:lstStyle/>
        <a:p>
          <a:pPr algn="l"/>
          <a:endParaRPr lang="it-IT"/>
        </a:p>
      </dgm:t>
    </dgm:pt>
    <dgm:pt modelId="{A5A97F3F-E973-43C2-B295-2F87FDBE3532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it-IT" dirty="0" err="1"/>
            <a:t>Term</a:t>
          </a:r>
          <a:r>
            <a:rPr lang="it-IT" dirty="0"/>
            <a:t> Frequency</a:t>
          </a:r>
        </a:p>
      </dgm:t>
    </dgm:pt>
    <dgm:pt modelId="{301B1980-1D6F-4073-A86F-F4AD05BFC2DC}" type="parTrans" cxnId="{7BDEEABD-83CD-4023-B91A-59370157F955}">
      <dgm:prSet/>
      <dgm:spPr/>
      <dgm:t>
        <a:bodyPr/>
        <a:lstStyle/>
        <a:p>
          <a:pPr algn="l"/>
          <a:endParaRPr lang="it-IT"/>
        </a:p>
      </dgm:t>
    </dgm:pt>
    <dgm:pt modelId="{8F992896-88DA-4CE1-88F3-613E538DB763}" type="sibTrans" cxnId="{7BDEEABD-83CD-4023-B91A-59370157F955}">
      <dgm:prSet/>
      <dgm:spPr/>
      <dgm:t>
        <a:bodyPr/>
        <a:lstStyle/>
        <a:p>
          <a:pPr algn="l"/>
          <a:endParaRPr lang="it-IT"/>
        </a:p>
      </dgm:t>
    </dgm:pt>
    <dgm:pt modelId="{04D073C3-8B6B-413B-B357-8FF4848742AA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en-US" dirty="0"/>
            <a:t>Ratio between the number of occurrences of a term within a document and the total number of terms present in the document</a:t>
          </a:r>
          <a:endParaRPr lang="it-IT" dirty="0"/>
        </a:p>
      </dgm:t>
    </dgm:pt>
    <dgm:pt modelId="{72BB554E-1FF3-42B3-8E05-16FDBDD0CC5B}" type="parTrans" cxnId="{F2CCC6C1-1AEF-4F05-AE05-EC4F266208C2}">
      <dgm:prSet/>
      <dgm:spPr/>
      <dgm:t>
        <a:bodyPr/>
        <a:lstStyle/>
        <a:p>
          <a:endParaRPr lang="it-IT"/>
        </a:p>
      </dgm:t>
    </dgm:pt>
    <dgm:pt modelId="{131B83B1-B9E5-44F9-9094-96E7877C1EAE}" type="sibTrans" cxnId="{F2CCC6C1-1AEF-4F05-AE05-EC4F266208C2}">
      <dgm:prSet/>
      <dgm:spPr/>
      <dgm:t>
        <a:bodyPr/>
        <a:lstStyle/>
        <a:p>
          <a:endParaRPr lang="it-IT"/>
        </a:p>
      </dgm:t>
    </dgm:pt>
    <dgm:pt modelId="{CCEA072A-3D82-4CEB-B17E-3A2F99AF84A0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en-US" dirty="0"/>
            <a:t>Logarithm of the ratio between the number of documents and the number of documents within which the analyzed term appears</a:t>
          </a:r>
          <a:endParaRPr lang="it-IT" dirty="0"/>
        </a:p>
      </dgm:t>
    </dgm:pt>
    <dgm:pt modelId="{00D32E1C-1631-43A3-96EC-19663F609CAC}" type="parTrans" cxnId="{A2CE693F-F9E9-4A31-874E-36A7CFA3975F}">
      <dgm:prSet/>
      <dgm:spPr/>
      <dgm:t>
        <a:bodyPr/>
        <a:lstStyle/>
        <a:p>
          <a:endParaRPr lang="it-IT"/>
        </a:p>
      </dgm:t>
    </dgm:pt>
    <dgm:pt modelId="{D91E6186-16F3-4B0B-9A58-6D09702A7050}" type="sibTrans" cxnId="{A2CE693F-F9E9-4A31-874E-36A7CFA3975F}">
      <dgm:prSet/>
      <dgm:spPr/>
      <dgm:t>
        <a:bodyPr/>
        <a:lstStyle/>
        <a:p>
          <a:endParaRPr lang="it-IT"/>
        </a:p>
      </dgm:t>
    </dgm:pt>
    <dgm:pt modelId="{88AC703D-75A2-422F-9FB5-596DC7AE90EA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it-IT" b="0" i="0" dirty="0"/>
            <a:t>Stop Words</a:t>
          </a:r>
        </a:p>
      </dgm:t>
    </dgm:pt>
    <dgm:pt modelId="{DED2B45B-97F7-49E1-AC13-531916DD623E}" type="parTrans" cxnId="{0FE95327-3306-453D-8251-A1CC676DCCDA}">
      <dgm:prSet/>
      <dgm:spPr/>
      <dgm:t>
        <a:bodyPr/>
        <a:lstStyle/>
        <a:p>
          <a:endParaRPr lang="it-IT"/>
        </a:p>
      </dgm:t>
    </dgm:pt>
    <dgm:pt modelId="{13D9F8D9-299F-4C28-A91F-5EE2FE84BEE3}" type="sibTrans" cxnId="{0FE95327-3306-453D-8251-A1CC676DCCDA}">
      <dgm:prSet/>
      <dgm:spPr/>
      <dgm:t>
        <a:bodyPr/>
        <a:lstStyle/>
        <a:p>
          <a:endParaRPr lang="it-IT"/>
        </a:p>
      </dgm:t>
    </dgm:pt>
    <dgm:pt modelId="{B04AE926-6DD4-410B-822C-BA25461F099C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en-US" b="0" i="1" dirty="0"/>
            <a:t>It allows you to avoid the management or removal of stop words</a:t>
          </a:r>
          <a:endParaRPr lang="it-IT" b="0" i="1" dirty="0"/>
        </a:p>
      </dgm:t>
    </dgm:pt>
    <dgm:pt modelId="{37B08A54-F4AB-436C-BCF7-E19226491DE1}" type="parTrans" cxnId="{189A92E1-5739-42CA-B16E-59A869D88F0C}">
      <dgm:prSet/>
      <dgm:spPr/>
      <dgm:t>
        <a:bodyPr/>
        <a:lstStyle/>
        <a:p>
          <a:endParaRPr lang="it-IT"/>
        </a:p>
      </dgm:t>
    </dgm:pt>
    <dgm:pt modelId="{185C46AF-8FFB-468E-94A8-3CA87C385CA4}" type="sibTrans" cxnId="{189A92E1-5739-42CA-B16E-59A869D88F0C}">
      <dgm:prSet/>
      <dgm:spPr/>
      <dgm:t>
        <a:bodyPr/>
        <a:lstStyle/>
        <a:p>
          <a:endParaRPr lang="it-IT"/>
        </a:p>
      </dgm:t>
    </dgm:pt>
    <dgm:pt modelId="{875605AE-9CA7-4950-B84B-BD09939425B5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Product between the TF (term frequency) and the IDF (inversion document frequency)</a:t>
          </a:r>
          <a:endParaRPr lang="it-IT" i="1" dirty="0"/>
        </a:p>
      </dgm:t>
    </dgm:pt>
    <dgm:pt modelId="{C7652F37-2D1D-421F-B577-85D27950BDB6}" type="parTrans" cxnId="{29F149CE-FA15-4922-A7F4-47F0494B44D4}">
      <dgm:prSet/>
      <dgm:spPr/>
      <dgm:t>
        <a:bodyPr/>
        <a:lstStyle/>
        <a:p>
          <a:endParaRPr lang="it-IT"/>
        </a:p>
      </dgm:t>
    </dgm:pt>
    <dgm:pt modelId="{0904B5DF-6C4D-45EA-BEBE-CAAA1CB23219}" type="sibTrans" cxnId="{29F149CE-FA15-4922-A7F4-47F0494B44D4}">
      <dgm:prSet/>
      <dgm:spPr/>
      <dgm:t>
        <a:bodyPr/>
        <a:lstStyle/>
        <a:p>
          <a:endParaRPr lang="it-IT"/>
        </a:p>
      </dgm:t>
    </dgm:pt>
    <dgm:pt modelId="{B8E48B0B-A986-427D-9A60-EE5C635B8258}">
      <dgm:prSet phldrT="[Testo]"/>
      <dgm:spPr/>
      <dgm:t>
        <a:bodyPr/>
        <a:lstStyle/>
        <a:p>
          <a:pPr algn="l"/>
          <a:r>
            <a:rPr lang="it-IT" b="0"/>
            <a:t>TF</a:t>
          </a:r>
          <a:endParaRPr lang="it-IT" b="0" dirty="0"/>
        </a:p>
      </dgm:t>
    </dgm:pt>
    <dgm:pt modelId="{F057F9E9-4933-4052-9972-81B56E88A298}" type="parTrans" cxnId="{89D6F757-109B-4136-9E76-C2D812D8DA74}">
      <dgm:prSet/>
      <dgm:spPr/>
      <dgm:t>
        <a:bodyPr/>
        <a:lstStyle/>
        <a:p>
          <a:endParaRPr lang="it-IT"/>
        </a:p>
      </dgm:t>
    </dgm:pt>
    <dgm:pt modelId="{1B024A32-33D8-439B-A4EA-FF2880EC3244}" type="sibTrans" cxnId="{89D6F757-109B-4136-9E76-C2D812D8DA74}">
      <dgm:prSet/>
      <dgm:spPr/>
      <dgm:t>
        <a:bodyPr/>
        <a:lstStyle/>
        <a:p>
          <a:endParaRPr lang="it-IT"/>
        </a:p>
      </dgm:t>
    </dgm:pt>
    <dgm:pt modelId="{2E822062-9D56-4B94-A762-5284A000D9A5}" type="pres">
      <dgm:prSet presAssocID="{E96F32B2-936C-4C04-96B2-23442E40F249}" presName="linear" presStyleCnt="0">
        <dgm:presLayoutVars>
          <dgm:dir/>
          <dgm:animLvl val="lvl"/>
          <dgm:resizeHandles val="exact"/>
        </dgm:presLayoutVars>
      </dgm:prSet>
      <dgm:spPr/>
    </dgm:pt>
    <dgm:pt modelId="{6D877ABE-0A02-409B-969A-D12978E24231}" type="pres">
      <dgm:prSet presAssocID="{67420CD4-3CD4-4832-B54A-5C9B7E30B538}" presName="parentLin" presStyleCnt="0"/>
      <dgm:spPr/>
    </dgm:pt>
    <dgm:pt modelId="{38E93447-C6C9-4C9A-BBC5-E1ECCE3915E0}" type="pres">
      <dgm:prSet presAssocID="{67420CD4-3CD4-4832-B54A-5C9B7E30B538}" presName="parentLeftMargin" presStyleLbl="node1" presStyleIdx="0" presStyleCnt="4"/>
      <dgm:spPr/>
    </dgm:pt>
    <dgm:pt modelId="{1352B8D4-1896-4FD9-84BB-BBE516DA4901}" type="pres">
      <dgm:prSet presAssocID="{67420CD4-3CD4-4832-B54A-5C9B7E30B53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2EC09BE-61EE-4DEA-A50E-EA532887A817}" type="pres">
      <dgm:prSet presAssocID="{67420CD4-3CD4-4832-B54A-5C9B7E30B538}" presName="negativeSpace" presStyleCnt="0"/>
      <dgm:spPr/>
    </dgm:pt>
    <dgm:pt modelId="{3C7795CF-4556-45B5-8BF0-F0F7202FC2C2}" type="pres">
      <dgm:prSet presAssocID="{67420CD4-3CD4-4832-B54A-5C9B7E30B538}" presName="childText" presStyleLbl="conFgAcc1" presStyleIdx="0" presStyleCnt="4">
        <dgm:presLayoutVars>
          <dgm:bulletEnabled val="1"/>
        </dgm:presLayoutVars>
      </dgm:prSet>
      <dgm:spPr/>
    </dgm:pt>
    <dgm:pt modelId="{A876C03C-D51F-4217-84D9-3DCCE0D05550}" type="pres">
      <dgm:prSet presAssocID="{F31DFC4F-17E0-48F4-8FDE-01DEFD8BCF00}" presName="spaceBetweenRectangles" presStyleCnt="0"/>
      <dgm:spPr/>
    </dgm:pt>
    <dgm:pt modelId="{C9D7B7B8-77A0-4118-9789-C0BF81B3C723}" type="pres">
      <dgm:prSet presAssocID="{B8E48B0B-A986-427D-9A60-EE5C635B8258}" presName="parentLin" presStyleCnt="0"/>
      <dgm:spPr/>
    </dgm:pt>
    <dgm:pt modelId="{75B391EE-FD76-41C8-8886-B5E84401C704}" type="pres">
      <dgm:prSet presAssocID="{B8E48B0B-A986-427D-9A60-EE5C635B8258}" presName="parentLeftMargin" presStyleLbl="node1" presStyleIdx="0" presStyleCnt="4"/>
      <dgm:spPr/>
    </dgm:pt>
    <dgm:pt modelId="{59FFB074-91E0-46B8-BF73-1D1128185934}" type="pres">
      <dgm:prSet presAssocID="{B8E48B0B-A986-427D-9A60-EE5C635B825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61544F-C77A-4787-BEB5-D21DD8825CFA}" type="pres">
      <dgm:prSet presAssocID="{B8E48B0B-A986-427D-9A60-EE5C635B8258}" presName="negativeSpace" presStyleCnt="0"/>
      <dgm:spPr/>
    </dgm:pt>
    <dgm:pt modelId="{3A060F6C-6C45-450A-9D50-77DAF84E0B43}" type="pres">
      <dgm:prSet presAssocID="{B8E48B0B-A986-427D-9A60-EE5C635B8258}" presName="childText" presStyleLbl="conFgAcc1" presStyleIdx="1" presStyleCnt="4">
        <dgm:presLayoutVars>
          <dgm:bulletEnabled val="1"/>
        </dgm:presLayoutVars>
      </dgm:prSet>
      <dgm:spPr/>
    </dgm:pt>
    <dgm:pt modelId="{145B8A9E-1FEF-44C7-896A-91B14C3FFDB9}" type="pres">
      <dgm:prSet presAssocID="{1B024A32-33D8-439B-A4EA-FF2880EC3244}" presName="spaceBetweenRectangles" presStyleCnt="0"/>
      <dgm:spPr/>
    </dgm:pt>
    <dgm:pt modelId="{A4287AB1-BC15-45F6-9094-4577F7EE4F06}" type="pres">
      <dgm:prSet presAssocID="{04534220-6FD3-43C9-8C2E-07EF4AA741D2}" presName="parentLin" presStyleCnt="0"/>
      <dgm:spPr/>
    </dgm:pt>
    <dgm:pt modelId="{BF733F5B-49F9-46D0-87E6-BB7B947C40F1}" type="pres">
      <dgm:prSet presAssocID="{04534220-6FD3-43C9-8C2E-07EF4AA741D2}" presName="parentLeftMargin" presStyleLbl="node1" presStyleIdx="1" presStyleCnt="4"/>
      <dgm:spPr/>
    </dgm:pt>
    <dgm:pt modelId="{D70A40CB-4F1A-41BC-BAD0-6FE1D99D6D3D}" type="pres">
      <dgm:prSet presAssocID="{04534220-6FD3-43C9-8C2E-07EF4AA741D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127FF1E-021B-4045-85AD-FA314494D6F2}" type="pres">
      <dgm:prSet presAssocID="{04534220-6FD3-43C9-8C2E-07EF4AA741D2}" presName="negativeSpace" presStyleCnt="0"/>
      <dgm:spPr/>
    </dgm:pt>
    <dgm:pt modelId="{559985F7-CEC2-49F8-B414-80D83E5BF5AF}" type="pres">
      <dgm:prSet presAssocID="{04534220-6FD3-43C9-8C2E-07EF4AA741D2}" presName="childText" presStyleLbl="conFgAcc1" presStyleIdx="2" presStyleCnt="4">
        <dgm:presLayoutVars>
          <dgm:bulletEnabled val="1"/>
        </dgm:presLayoutVars>
      </dgm:prSet>
      <dgm:spPr/>
    </dgm:pt>
    <dgm:pt modelId="{34758534-8427-4993-8825-89CAAB3F1200}" type="pres">
      <dgm:prSet presAssocID="{EE65F566-5FFC-40FC-BC9A-C1F771D678D2}" presName="spaceBetweenRectangles" presStyleCnt="0"/>
      <dgm:spPr/>
    </dgm:pt>
    <dgm:pt modelId="{B077E7D1-7BE4-45BB-99AB-08D7D938C926}" type="pres">
      <dgm:prSet presAssocID="{88AC703D-75A2-422F-9FB5-596DC7AE90EA}" presName="parentLin" presStyleCnt="0"/>
      <dgm:spPr/>
    </dgm:pt>
    <dgm:pt modelId="{C9D3DEC7-A126-493F-8ABF-A06FEBE4D56D}" type="pres">
      <dgm:prSet presAssocID="{88AC703D-75A2-422F-9FB5-596DC7AE90EA}" presName="parentLeftMargin" presStyleLbl="node1" presStyleIdx="2" presStyleCnt="4"/>
      <dgm:spPr/>
    </dgm:pt>
    <dgm:pt modelId="{7F1FA026-DF86-4999-A508-0C18DF3A0155}" type="pres">
      <dgm:prSet presAssocID="{88AC703D-75A2-422F-9FB5-596DC7AE90E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6378C21-9763-4884-8D5C-A1E05903DEA3}" type="pres">
      <dgm:prSet presAssocID="{88AC703D-75A2-422F-9FB5-596DC7AE90EA}" presName="negativeSpace" presStyleCnt="0"/>
      <dgm:spPr/>
    </dgm:pt>
    <dgm:pt modelId="{D25BC140-2263-4EF8-8B34-97A6D28B4A4E}" type="pres">
      <dgm:prSet presAssocID="{88AC703D-75A2-422F-9FB5-596DC7AE90E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8188713-8259-46C1-8587-A70EA1285EA1}" type="presOf" srcId="{875605AE-9CA7-4950-B84B-BD09939425B5}" destId="{3C7795CF-4556-45B5-8BF0-F0F7202FC2C2}" srcOrd="0" destOrd="0" presId="urn:microsoft.com/office/officeart/2005/8/layout/list1"/>
    <dgm:cxn modelId="{09817125-ADEF-45AD-B904-9AB28737060F}" type="presOf" srcId="{E96F32B2-936C-4C04-96B2-23442E40F249}" destId="{2E822062-9D56-4B94-A762-5284A000D9A5}" srcOrd="0" destOrd="0" presId="urn:microsoft.com/office/officeart/2005/8/layout/list1"/>
    <dgm:cxn modelId="{0FE95327-3306-453D-8251-A1CC676DCCDA}" srcId="{E96F32B2-936C-4C04-96B2-23442E40F249}" destId="{88AC703D-75A2-422F-9FB5-596DC7AE90EA}" srcOrd="3" destOrd="0" parTransId="{DED2B45B-97F7-49E1-AC13-531916DD623E}" sibTransId="{13D9F8D9-299F-4C28-A91F-5EE2FE84BEE3}"/>
    <dgm:cxn modelId="{73E2F22E-4815-44BA-85E6-87959B992AC0}" type="presOf" srcId="{04534220-6FD3-43C9-8C2E-07EF4AA741D2}" destId="{BF733F5B-49F9-46D0-87E6-BB7B947C40F1}" srcOrd="0" destOrd="0" presId="urn:microsoft.com/office/officeart/2005/8/layout/list1"/>
    <dgm:cxn modelId="{FA8E782F-43EB-40DE-BF4D-1516A27C4811}" type="presOf" srcId="{88AC703D-75A2-422F-9FB5-596DC7AE90EA}" destId="{7F1FA026-DF86-4999-A508-0C18DF3A0155}" srcOrd="1" destOrd="0" presId="urn:microsoft.com/office/officeart/2005/8/layout/list1"/>
    <dgm:cxn modelId="{A2CE693F-F9E9-4A31-874E-36A7CFA3975F}" srcId="{04534220-6FD3-43C9-8C2E-07EF4AA741D2}" destId="{CCEA072A-3D82-4CEB-B17E-3A2F99AF84A0}" srcOrd="1" destOrd="0" parTransId="{00D32E1C-1631-43A3-96EC-19663F609CAC}" sibTransId="{D91E6186-16F3-4B0B-9A58-6D09702A7050}"/>
    <dgm:cxn modelId="{A075A46B-E8E3-4F7D-B669-7B3EB0FC7849}" srcId="{E96F32B2-936C-4C04-96B2-23442E40F249}" destId="{04534220-6FD3-43C9-8C2E-07EF4AA741D2}" srcOrd="2" destOrd="0" parTransId="{E146B3D5-0E1E-4FA0-B33B-56BEF075F7BB}" sibTransId="{EE65F566-5FFC-40FC-BC9A-C1F771D678D2}"/>
    <dgm:cxn modelId="{C8EF654D-A176-40FF-A360-507959776128}" type="presOf" srcId="{B8E48B0B-A986-427D-9A60-EE5C635B8258}" destId="{59FFB074-91E0-46B8-BF73-1D1128185934}" srcOrd="1" destOrd="0" presId="urn:microsoft.com/office/officeart/2005/8/layout/list1"/>
    <dgm:cxn modelId="{76165A6D-44D9-4A10-863F-03EDC7C28375}" type="presOf" srcId="{67420CD4-3CD4-4832-B54A-5C9B7E30B538}" destId="{1352B8D4-1896-4FD9-84BB-BBE516DA4901}" srcOrd="1" destOrd="0" presId="urn:microsoft.com/office/officeart/2005/8/layout/list1"/>
    <dgm:cxn modelId="{89D6F757-109B-4136-9E76-C2D812D8DA74}" srcId="{E96F32B2-936C-4C04-96B2-23442E40F249}" destId="{B8E48B0B-A986-427D-9A60-EE5C635B8258}" srcOrd="1" destOrd="0" parTransId="{F057F9E9-4933-4052-9972-81B56E88A298}" sibTransId="{1B024A32-33D8-439B-A4EA-FF2880EC3244}"/>
    <dgm:cxn modelId="{449B0378-6B45-4279-B973-0CF922F6296A}" type="presOf" srcId="{B04AE926-6DD4-410B-822C-BA25461F099C}" destId="{D25BC140-2263-4EF8-8B34-97A6D28B4A4E}" srcOrd="0" destOrd="0" presId="urn:microsoft.com/office/officeart/2005/8/layout/list1"/>
    <dgm:cxn modelId="{3CA3E996-890C-41C3-955F-9CE0B1CCBD65}" type="presOf" srcId="{88AC703D-75A2-422F-9FB5-596DC7AE90EA}" destId="{C9D3DEC7-A126-493F-8ABF-A06FEBE4D56D}" srcOrd="0" destOrd="0" presId="urn:microsoft.com/office/officeart/2005/8/layout/list1"/>
    <dgm:cxn modelId="{D298B399-039E-467C-BDEC-954154C6D532}" srcId="{04534220-6FD3-43C9-8C2E-07EF4AA741D2}" destId="{D2F2398D-0096-42BB-8108-22FD87B0E79E}" srcOrd="0" destOrd="0" parTransId="{B5689536-C38D-4633-81C4-4AF8B1ED2FAE}" sibTransId="{66BCBE57-29EF-4145-9219-569FCF5325CF}"/>
    <dgm:cxn modelId="{8A2B379C-CBD5-4C3C-B778-DD1903A0398A}" srcId="{E96F32B2-936C-4C04-96B2-23442E40F249}" destId="{67420CD4-3CD4-4832-B54A-5C9B7E30B538}" srcOrd="0" destOrd="0" parTransId="{6C27086F-193E-4BA4-BCCD-72155C81ABDB}" sibTransId="{F31DFC4F-17E0-48F4-8FDE-01DEFD8BCF00}"/>
    <dgm:cxn modelId="{956F6EAF-813B-4C21-B3C7-761FF88ECF69}" type="presOf" srcId="{D2F2398D-0096-42BB-8108-22FD87B0E79E}" destId="{559985F7-CEC2-49F8-B414-80D83E5BF5AF}" srcOrd="0" destOrd="0" presId="urn:microsoft.com/office/officeart/2005/8/layout/list1"/>
    <dgm:cxn modelId="{7BDEEABD-83CD-4023-B91A-59370157F955}" srcId="{B8E48B0B-A986-427D-9A60-EE5C635B8258}" destId="{A5A97F3F-E973-43C2-B295-2F87FDBE3532}" srcOrd="0" destOrd="0" parTransId="{301B1980-1D6F-4073-A86F-F4AD05BFC2DC}" sibTransId="{8F992896-88DA-4CE1-88F3-613E538DB763}"/>
    <dgm:cxn modelId="{F2CCC6C1-1AEF-4F05-AE05-EC4F266208C2}" srcId="{B8E48B0B-A986-427D-9A60-EE5C635B8258}" destId="{04D073C3-8B6B-413B-B357-8FF4848742AA}" srcOrd="1" destOrd="0" parTransId="{72BB554E-1FF3-42B3-8E05-16FDBDD0CC5B}" sibTransId="{131B83B1-B9E5-44F9-9094-96E7877C1EAE}"/>
    <dgm:cxn modelId="{8217A1C2-9780-4820-A844-8D08C59A216F}" type="presOf" srcId="{04D073C3-8B6B-413B-B357-8FF4848742AA}" destId="{3A060F6C-6C45-450A-9D50-77DAF84E0B43}" srcOrd="0" destOrd="1" presId="urn:microsoft.com/office/officeart/2005/8/layout/list1"/>
    <dgm:cxn modelId="{43D1CACA-BFC2-4F39-96AC-E55679511AFE}" type="presOf" srcId="{67420CD4-3CD4-4832-B54A-5C9B7E30B538}" destId="{38E93447-C6C9-4C9A-BBC5-E1ECCE3915E0}" srcOrd="0" destOrd="0" presId="urn:microsoft.com/office/officeart/2005/8/layout/list1"/>
    <dgm:cxn modelId="{47931CCC-14C9-4638-88C1-0B6DAED17CAC}" type="presOf" srcId="{B8E48B0B-A986-427D-9A60-EE5C635B8258}" destId="{75B391EE-FD76-41C8-8886-B5E84401C704}" srcOrd="0" destOrd="0" presId="urn:microsoft.com/office/officeart/2005/8/layout/list1"/>
    <dgm:cxn modelId="{29F149CE-FA15-4922-A7F4-47F0494B44D4}" srcId="{67420CD4-3CD4-4832-B54A-5C9B7E30B538}" destId="{875605AE-9CA7-4950-B84B-BD09939425B5}" srcOrd="0" destOrd="0" parTransId="{C7652F37-2D1D-421F-B577-85D27950BDB6}" sibTransId="{0904B5DF-6C4D-45EA-BEBE-CAAA1CB23219}"/>
    <dgm:cxn modelId="{BBA651CE-C8B8-4627-9755-CC1250B59BEE}" type="presOf" srcId="{A5A97F3F-E973-43C2-B295-2F87FDBE3532}" destId="{3A060F6C-6C45-450A-9D50-77DAF84E0B43}" srcOrd="0" destOrd="0" presId="urn:microsoft.com/office/officeart/2005/8/layout/list1"/>
    <dgm:cxn modelId="{189A92E1-5739-42CA-B16E-59A869D88F0C}" srcId="{88AC703D-75A2-422F-9FB5-596DC7AE90EA}" destId="{B04AE926-6DD4-410B-822C-BA25461F099C}" srcOrd="0" destOrd="0" parTransId="{37B08A54-F4AB-436C-BCF7-E19226491DE1}" sibTransId="{185C46AF-8FFB-468E-94A8-3CA87C385CA4}"/>
    <dgm:cxn modelId="{993B5CE6-081E-4961-B31A-CFF6EB949C44}" type="presOf" srcId="{04534220-6FD3-43C9-8C2E-07EF4AA741D2}" destId="{D70A40CB-4F1A-41BC-BAD0-6FE1D99D6D3D}" srcOrd="1" destOrd="0" presId="urn:microsoft.com/office/officeart/2005/8/layout/list1"/>
    <dgm:cxn modelId="{DE035AF1-D64B-4451-893A-1B07DAFFD2C3}" type="presOf" srcId="{CCEA072A-3D82-4CEB-B17E-3A2F99AF84A0}" destId="{559985F7-CEC2-49F8-B414-80D83E5BF5AF}" srcOrd="0" destOrd="1" presId="urn:microsoft.com/office/officeart/2005/8/layout/list1"/>
    <dgm:cxn modelId="{10210EDF-B21D-4082-9C61-1A16DA1B91F7}" type="presParOf" srcId="{2E822062-9D56-4B94-A762-5284A000D9A5}" destId="{6D877ABE-0A02-409B-969A-D12978E24231}" srcOrd="0" destOrd="0" presId="urn:microsoft.com/office/officeart/2005/8/layout/list1"/>
    <dgm:cxn modelId="{1982EA62-FF9B-400C-AEFA-7CBCCF5DD3B4}" type="presParOf" srcId="{6D877ABE-0A02-409B-969A-D12978E24231}" destId="{38E93447-C6C9-4C9A-BBC5-E1ECCE3915E0}" srcOrd="0" destOrd="0" presId="urn:microsoft.com/office/officeart/2005/8/layout/list1"/>
    <dgm:cxn modelId="{F252E30E-6559-43BA-BCC9-EACC1E09126B}" type="presParOf" srcId="{6D877ABE-0A02-409B-969A-D12978E24231}" destId="{1352B8D4-1896-4FD9-84BB-BBE516DA4901}" srcOrd="1" destOrd="0" presId="urn:microsoft.com/office/officeart/2005/8/layout/list1"/>
    <dgm:cxn modelId="{1996EAE6-90D9-410A-9EE1-2E99F8538E14}" type="presParOf" srcId="{2E822062-9D56-4B94-A762-5284A000D9A5}" destId="{42EC09BE-61EE-4DEA-A50E-EA532887A817}" srcOrd="1" destOrd="0" presId="urn:microsoft.com/office/officeart/2005/8/layout/list1"/>
    <dgm:cxn modelId="{F05E0269-F040-4D7F-9EFF-91387ED0145F}" type="presParOf" srcId="{2E822062-9D56-4B94-A762-5284A000D9A5}" destId="{3C7795CF-4556-45B5-8BF0-F0F7202FC2C2}" srcOrd="2" destOrd="0" presId="urn:microsoft.com/office/officeart/2005/8/layout/list1"/>
    <dgm:cxn modelId="{B2F74F1A-B001-4358-B31C-F77F3CB8DD11}" type="presParOf" srcId="{2E822062-9D56-4B94-A762-5284A000D9A5}" destId="{A876C03C-D51F-4217-84D9-3DCCE0D05550}" srcOrd="3" destOrd="0" presId="urn:microsoft.com/office/officeart/2005/8/layout/list1"/>
    <dgm:cxn modelId="{D0F49E12-3EAE-4374-AC68-9FBADE6121C4}" type="presParOf" srcId="{2E822062-9D56-4B94-A762-5284A000D9A5}" destId="{C9D7B7B8-77A0-4118-9789-C0BF81B3C723}" srcOrd="4" destOrd="0" presId="urn:microsoft.com/office/officeart/2005/8/layout/list1"/>
    <dgm:cxn modelId="{A5DAA138-18A4-4CC8-9A7A-484E477B33CF}" type="presParOf" srcId="{C9D7B7B8-77A0-4118-9789-C0BF81B3C723}" destId="{75B391EE-FD76-41C8-8886-B5E84401C704}" srcOrd="0" destOrd="0" presId="urn:microsoft.com/office/officeart/2005/8/layout/list1"/>
    <dgm:cxn modelId="{8D759A05-AE8D-47FF-92AC-6154C831AC89}" type="presParOf" srcId="{C9D7B7B8-77A0-4118-9789-C0BF81B3C723}" destId="{59FFB074-91E0-46B8-BF73-1D1128185934}" srcOrd="1" destOrd="0" presId="urn:microsoft.com/office/officeart/2005/8/layout/list1"/>
    <dgm:cxn modelId="{EC7865B6-8502-422B-8CCA-B7FFC020D724}" type="presParOf" srcId="{2E822062-9D56-4B94-A762-5284A000D9A5}" destId="{0D61544F-C77A-4787-BEB5-D21DD8825CFA}" srcOrd="5" destOrd="0" presId="urn:microsoft.com/office/officeart/2005/8/layout/list1"/>
    <dgm:cxn modelId="{3019B338-67DE-46A0-9E31-8AA56F8D7D01}" type="presParOf" srcId="{2E822062-9D56-4B94-A762-5284A000D9A5}" destId="{3A060F6C-6C45-450A-9D50-77DAF84E0B43}" srcOrd="6" destOrd="0" presId="urn:microsoft.com/office/officeart/2005/8/layout/list1"/>
    <dgm:cxn modelId="{DB61A52D-D84A-4BD6-8BE3-0EF6501FFE5B}" type="presParOf" srcId="{2E822062-9D56-4B94-A762-5284A000D9A5}" destId="{145B8A9E-1FEF-44C7-896A-91B14C3FFDB9}" srcOrd="7" destOrd="0" presId="urn:microsoft.com/office/officeart/2005/8/layout/list1"/>
    <dgm:cxn modelId="{4066EA48-6A8F-4B3C-8841-CB7A07967600}" type="presParOf" srcId="{2E822062-9D56-4B94-A762-5284A000D9A5}" destId="{A4287AB1-BC15-45F6-9094-4577F7EE4F06}" srcOrd="8" destOrd="0" presId="urn:microsoft.com/office/officeart/2005/8/layout/list1"/>
    <dgm:cxn modelId="{1C305C3E-A341-4D75-9646-AB94D4C59D40}" type="presParOf" srcId="{A4287AB1-BC15-45F6-9094-4577F7EE4F06}" destId="{BF733F5B-49F9-46D0-87E6-BB7B947C40F1}" srcOrd="0" destOrd="0" presId="urn:microsoft.com/office/officeart/2005/8/layout/list1"/>
    <dgm:cxn modelId="{271D14EE-D181-4A4A-B25B-5AAD50AFC7A6}" type="presParOf" srcId="{A4287AB1-BC15-45F6-9094-4577F7EE4F06}" destId="{D70A40CB-4F1A-41BC-BAD0-6FE1D99D6D3D}" srcOrd="1" destOrd="0" presId="urn:microsoft.com/office/officeart/2005/8/layout/list1"/>
    <dgm:cxn modelId="{769A91D1-83DD-43D4-A20A-D549DC2D9C0B}" type="presParOf" srcId="{2E822062-9D56-4B94-A762-5284A000D9A5}" destId="{E127FF1E-021B-4045-85AD-FA314494D6F2}" srcOrd="9" destOrd="0" presId="urn:microsoft.com/office/officeart/2005/8/layout/list1"/>
    <dgm:cxn modelId="{FFA51470-5D1B-448F-AF7F-520E7ED058A5}" type="presParOf" srcId="{2E822062-9D56-4B94-A762-5284A000D9A5}" destId="{559985F7-CEC2-49F8-B414-80D83E5BF5AF}" srcOrd="10" destOrd="0" presId="urn:microsoft.com/office/officeart/2005/8/layout/list1"/>
    <dgm:cxn modelId="{1C1C398B-8D81-43DD-96CB-138D2142960A}" type="presParOf" srcId="{2E822062-9D56-4B94-A762-5284A000D9A5}" destId="{34758534-8427-4993-8825-89CAAB3F1200}" srcOrd="11" destOrd="0" presId="urn:microsoft.com/office/officeart/2005/8/layout/list1"/>
    <dgm:cxn modelId="{F6FC4A12-834A-4004-B3DF-FF36A7076F68}" type="presParOf" srcId="{2E822062-9D56-4B94-A762-5284A000D9A5}" destId="{B077E7D1-7BE4-45BB-99AB-08D7D938C926}" srcOrd="12" destOrd="0" presId="urn:microsoft.com/office/officeart/2005/8/layout/list1"/>
    <dgm:cxn modelId="{EB40F152-2F6F-4451-BFDC-47D6D8EF7AFE}" type="presParOf" srcId="{B077E7D1-7BE4-45BB-99AB-08D7D938C926}" destId="{C9D3DEC7-A126-493F-8ABF-A06FEBE4D56D}" srcOrd="0" destOrd="0" presId="urn:microsoft.com/office/officeart/2005/8/layout/list1"/>
    <dgm:cxn modelId="{0564EE29-EB35-4E42-892A-2B7C02E46B66}" type="presParOf" srcId="{B077E7D1-7BE4-45BB-99AB-08D7D938C926}" destId="{7F1FA026-DF86-4999-A508-0C18DF3A0155}" srcOrd="1" destOrd="0" presId="urn:microsoft.com/office/officeart/2005/8/layout/list1"/>
    <dgm:cxn modelId="{8D66A2F4-14F9-4C22-9960-1E0772D3291D}" type="presParOf" srcId="{2E822062-9D56-4B94-A762-5284A000D9A5}" destId="{A6378C21-9763-4884-8D5C-A1E05903DEA3}" srcOrd="13" destOrd="0" presId="urn:microsoft.com/office/officeart/2005/8/layout/list1"/>
    <dgm:cxn modelId="{06D3C690-4835-4C36-B4CB-067EE5D455D0}" type="presParOf" srcId="{2E822062-9D56-4B94-A762-5284A000D9A5}" destId="{D25BC140-2263-4EF8-8B34-97A6D28B4A4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603B547-CFA3-4AB3-A870-B86E06039AD2}" type="doc">
      <dgm:prSet loTypeId="urn:microsoft.com/office/officeart/2008/layout/VerticalCurv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it-IT"/>
        </a:p>
      </dgm:t>
    </dgm:pt>
    <dgm:pt modelId="{8379BA28-F9AE-42CA-B310-B1DD35771D68}">
      <dgm:prSet phldrT="[Testo]"/>
      <dgm:spPr/>
      <dgm:t>
        <a:bodyPr/>
        <a:lstStyle/>
        <a:p>
          <a:r>
            <a:rPr lang="en-US" b="0" i="0" baseline="0" dirty="0"/>
            <a:t>“Falling i</a:t>
          </a:r>
          <a:r>
            <a:rPr lang="en-US" b="0" i="0" strike="sngStrike" baseline="0" dirty="0"/>
            <a:t>n</a:t>
          </a:r>
          <a:r>
            <a:rPr lang="en-US" b="0" i="0" baseline="0" dirty="0"/>
            <a:t> Love </a:t>
          </a:r>
          <a:r>
            <a:rPr lang="en-US" b="0" i="0" strike="sngStrike" baseline="0" dirty="0"/>
            <a:t>(Is</a:t>
          </a:r>
          <a:r>
            <a:rPr lang="en-US" b="0" i="0" baseline="0" dirty="0"/>
            <a:t> Hard </a:t>
          </a:r>
          <a:r>
            <a:rPr lang="en-US" b="0" i="0" strike="sngStrike" baseline="0" dirty="0"/>
            <a:t>on</a:t>
          </a:r>
          <a:r>
            <a:rPr lang="en-US" b="0" i="0" baseline="0" dirty="0"/>
            <a:t> </a:t>
          </a:r>
          <a:r>
            <a:rPr lang="en-US" b="0" i="0" strike="sngStrike" baseline="0" dirty="0"/>
            <a:t>the</a:t>
          </a:r>
          <a:r>
            <a:rPr lang="en-US" b="0" i="0" baseline="0" dirty="0"/>
            <a:t> Knees</a:t>
          </a:r>
          <a:r>
            <a:rPr lang="en-US" b="0" i="0" strike="sngStrike" baseline="0" dirty="0"/>
            <a:t>)”</a:t>
          </a:r>
          <a:endParaRPr lang="it-IT" strike="sngStrike" baseline="0" dirty="0"/>
        </a:p>
      </dgm:t>
    </dgm:pt>
    <dgm:pt modelId="{D33BB586-5A4C-4423-8CB7-FCEB17388AA8}" type="parTrans" cxnId="{A8DBFF04-DC44-4E2B-8C1E-5BCB68978191}">
      <dgm:prSet/>
      <dgm:spPr/>
      <dgm:t>
        <a:bodyPr/>
        <a:lstStyle/>
        <a:p>
          <a:endParaRPr lang="it-IT" baseline="0"/>
        </a:p>
      </dgm:t>
    </dgm:pt>
    <dgm:pt modelId="{F7B6B773-A96C-4331-8833-63BFA230736C}" type="sibTrans" cxnId="{A8DBFF04-DC44-4E2B-8C1E-5BCB68978191}">
      <dgm:prSet/>
      <dgm:spPr/>
      <dgm:t>
        <a:bodyPr/>
        <a:lstStyle/>
        <a:p>
          <a:endParaRPr lang="it-IT" baseline="0"/>
        </a:p>
      </dgm:t>
    </dgm:pt>
    <dgm:pt modelId="{7B447271-D381-4C3B-95A4-8709918F3ADA}">
      <dgm:prSet phldrT="[Testo]"/>
      <dgm:spPr/>
      <dgm:t>
        <a:bodyPr/>
        <a:lstStyle/>
        <a:p>
          <a:r>
            <a:rPr lang="en-US" b="0" i="0" strike="sngStrike" baseline="0" dirty="0"/>
            <a:t>“The</a:t>
          </a:r>
          <a:r>
            <a:rPr lang="en-US" b="0" i="0" baseline="0" dirty="0"/>
            <a:t> Curious Case </a:t>
          </a:r>
          <a:r>
            <a:rPr lang="en-US" b="0" i="0" strike="sngStrike" baseline="0" dirty="0"/>
            <a:t>of</a:t>
          </a:r>
          <a:r>
            <a:rPr lang="en-US" b="0" i="0" baseline="0" dirty="0"/>
            <a:t> Benjamin Button”</a:t>
          </a:r>
          <a:endParaRPr lang="it-IT" strike="sngStrike" baseline="0" dirty="0"/>
        </a:p>
      </dgm:t>
    </dgm:pt>
    <dgm:pt modelId="{65A46734-10CD-4FA1-B041-0A5046FEEB6B}" type="parTrans" cxnId="{1BD26DBB-C29C-4B72-BC2D-A816830BB966}">
      <dgm:prSet/>
      <dgm:spPr/>
      <dgm:t>
        <a:bodyPr/>
        <a:lstStyle/>
        <a:p>
          <a:endParaRPr lang="it-IT" baseline="0"/>
        </a:p>
      </dgm:t>
    </dgm:pt>
    <dgm:pt modelId="{D00F7BCE-651D-4C62-8B4D-F1136D949ACF}" type="sibTrans" cxnId="{1BD26DBB-C29C-4B72-BC2D-A816830BB966}">
      <dgm:prSet/>
      <dgm:spPr/>
      <dgm:t>
        <a:bodyPr/>
        <a:lstStyle/>
        <a:p>
          <a:endParaRPr lang="it-IT" baseline="0"/>
        </a:p>
      </dgm:t>
    </dgm:pt>
    <dgm:pt modelId="{7B456EEC-3678-48CE-9D6F-2E409049A992}">
      <dgm:prSet phldrT="[Testo]"/>
      <dgm:spPr/>
      <dgm:t>
        <a:bodyPr/>
        <a:lstStyle/>
        <a:p>
          <a:r>
            <a:rPr lang="it-IT" b="0" i="0" baseline="0" dirty="0"/>
            <a:t>«Marley </a:t>
          </a:r>
          <a:r>
            <a:rPr lang="it-IT" b="0" i="0" strike="sngStrike" baseline="0" dirty="0"/>
            <a:t>&amp;</a:t>
          </a:r>
          <a:r>
            <a:rPr lang="it-IT" b="0" i="0" baseline="0" dirty="0"/>
            <a:t> </a:t>
          </a:r>
          <a:r>
            <a:rPr lang="it-IT" b="0" i="0" strike="sngStrike" baseline="0" dirty="0"/>
            <a:t>Me»</a:t>
          </a:r>
          <a:endParaRPr lang="it-IT" strike="sngStrike" baseline="0" dirty="0"/>
        </a:p>
      </dgm:t>
    </dgm:pt>
    <dgm:pt modelId="{FD3FF558-DA3E-42A0-A8FE-1FA68B85BEA9}" type="parTrans" cxnId="{4286A2F1-4463-4323-9FC7-BFA5249B726A}">
      <dgm:prSet/>
      <dgm:spPr/>
      <dgm:t>
        <a:bodyPr/>
        <a:lstStyle/>
        <a:p>
          <a:endParaRPr lang="it-IT" baseline="0"/>
        </a:p>
      </dgm:t>
    </dgm:pt>
    <dgm:pt modelId="{F0FB66F9-89A0-4E58-AA46-F07CE6B2668C}" type="sibTrans" cxnId="{4286A2F1-4463-4323-9FC7-BFA5249B726A}">
      <dgm:prSet/>
      <dgm:spPr/>
      <dgm:t>
        <a:bodyPr/>
        <a:lstStyle/>
        <a:p>
          <a:endParaRPr lang="it-IT" baseline="0"/>
        </a:p>
      </dgm:t>
    </dgm:pt>
    <dgm:pt modelId="{0378FD6C-B124-4CC5-9799-D2EB281530F9}">
      <dgm:prSet phldrT="[Testo]"/>
      <dgm:spPr/>
      <dgm:t>
        <a:bodyPr/>
        <a:lstStyle/>
        <a:p>
          <a:r>
            <a:rPr lang="it-IT" strike="sngStrike" baseline="0" dirty="0"/>
            <a:t>«About</a:t>
          </a:r>
          <a:r>
            <a:rPr lang="it-IT" strike="noStrike" baseline="0" dirty="0"/>
            <a:t> </a:t>
          </a:r>
          <a:r>
            <a:rPr lang="it-IT" strike="sngStrike" baseline="0" dirty="0"/>
            <a:t>a</a:t>
          </a:r>
          <a:r>
            <a:rPr lang="it-IT" strike="noStrike" baseline="0" dirty="0"/>
            <a:t> girl»</a:t>
          </a:r>
          <a:endParaRPr lang="it-IT" strike="sngStrike" baseline="0" dirty="0"/>
        </a:p>
      </dgm:t>
    </dgm:pt>
    <dgm:pt modelId="{D042B286-968C-4382-AD7B-93444BE3B33C}" type="parTrans" cxnId="{9ADDD22F-91B2-4B22-BAA0-92C4CCA998F3}">
      <dgm:prSet/>
      <dgm:spPr/>
      <dgm:t>
        <a:bodyPr/>
        <a:lstStyle/>
        <a:p>
          <a:endParaRPr lang="it-IT" baseline="0"/>
        </a:p>
      </dgm:t>
    </dgm:pt>
    <dgm:pt modelId="{6048D5CC-67FB-41FC-A148-F9022FD948CE}" type="sibTrans" cxnId="{9ADDD22F-91B2-4B22-BAA0-92C4CCA998F3}">
      <dgm:prSet/>
      <dgm:spPr/>
      <dgm:t>
        <a:bodyPr/>
        <a:lstStyle/>
        <a:p>
          <a:endParaRPr lang="it-IT" baseline="0"/>
        </a:p>
      </dgm:t>
    </dgm:pt>
    <dgm:pt modelId="{48ED2CF9-CE23-45D6-B057-E266F2A5E5CF}" type="pres">
      <dgm:prSet presAssocID="{9603B547-CFA3-4AB3-A870-B86E06039AD2}" presName="Name0" presStyleCnt="0">
        <dgm:presLayoutVars>
          <dgm:chMax val="7"/>
          <dgm:chPref val="7"/>
          <dgm:dir/>
        </dgm:presLayoutVars>
      </dgm:prSet>
      <dgm:spPr/>
    </dgm:pt>
    <dgm:pt modelId="{5853F6EF-879A-4B12-A178-818043326E0D}" type="pres">
      <dgm:prSet presAssocID="{9603B547-CFA3-4AB3-A870-B86E06039AD2}" presName="Name1" presStyleCnt="0"/>
      <dgm:spPr/>
    </dgm:pt>
    <dgm:pt modelId="{96D1EC25-13B5-493F-92EC-83FC97C078D8}" type="pres">
      <dgm:prSet presAssocID="{9603B547-CFA3-4AB3-A870-B86E06039AD2}" presName="cycle" presStyleCnt="0"/>
      <dgm:spPr/>
    </dgm:pt>
    <dgm:pt modelId="{ECEA6C65-58B4-4E1D-866D-6FC9993A47F4}" type="pres">
      <dgm:prSet presAssocID="{9603B547-CFA3-4AB3-A870-B86E06039AD2}" presName="srcNode" presStyleLbl="node1" presStyleIdx="0" presStyleCnt="4"/>
      <dgm:spPr/>
    </dgm:pt>
    <dgm:pt modelId="{38C8C00A-9CD4-477D-B3C3-31BE81B89001}" type="pres">
      <dgm:prSet presAssocID="{9603B547-CFA3-4AB3-A870-B86E06039AD2}" presName="conn" presStyleLbl="parChTrans1D2" presStyleIdx="0" presStyleCnt="1"/>
      <dgm:spPr/>
    </dgm:pt>
    <dgm:pt modelId="{FBC05743-F676-40E4-8CF3-60E42617C5BA}" type="pres">
      <dgm:prSet presAssocID="{9603B547-CFA3-4AB3-A870-B86E06039AD2}" presName="extraNode" presStyleLbl="node1" presStyleIdx="0" presStyleCnt="4"/>
      <dgm:spPr/>
    </dgm:pt>
    <dgm:pt modelId="{AAB2F835-9282-4E9B-8BEB-13FE09BF47C0}" type="pres">
      <dgm:prSet presAssocID="{9603B547-CFA3-4AB3-A870-B86E06039AD2}" presName="dstNode" presStyleLbl="node1" presStyleIdx="0" presStyleCnt="4"/>
      <dgm:spPr/>
    </dgm:pt>
    <dgm:pt modelId="{AE283EFF-5A96-4ED2-AA8B-BCF5F76D1E31}" type="pres">
      <dgm:prSet presAssocID="{0378FD6C-B124-4CC5-9799-D2EB281530F9}" presName="text_1" presStyleLbl="node1" presStyleIdx="0" presStyleCnt="4">
        <dgm:presLayoutVars>
          <dgm:bulletEnabled val="1"/>
        </dgm:presLayoutVars>
      </dgm:prSet>
      <dgm:spPr/>
    </dgm:pt>
    <dgm:pt modelId="{833FBBF7-9251-45CA-8372-D3E81558A2BF}" type="pres">
      <dgm:prSet presAssocID="{0378FD6C-B124-4CC5-9799-D2EB281530F9}" presName="accent_1" presStyleCnt="0"/>
      <dgm:spPr/>
    </dgm:pt>
    <dgm:pt modelId="{641A92DA-886E-44E1-B316-51D1B2F50932}" type="pres">
      <dgm:prSet presAssocID="{0378FD6C-B124-4CC5-9799-D2EB281530F9}" presName="accentRepeatNode" presStyleLbl="solidFgAcc1" presStyleIdx="0" presStyleCnt="4"/>
      <dgm:spPr/>
    </dgm:pt>
    <dgm:pt modelId="{4125E392-D0CC-4FDB-A1E0-57CCAF88B97B}" type="pres">
      <dgm:prSet presAssocID="{8379BA28-F9AE-42CA-B310-B1DD35771D68}" presName="text_2" presStyleLbl="node1" presStyleIdx="1" presStyleCnt="4">
        <dgm:presLayoutVars>
          <dgm:bulletEnabled val="1"/>
        </dgm:presLayoutVars>
      </dgm:prSet>
      <dgm:spPr/>
    </dgm:pt>
    <dgm:pt modelId="{0325C123-1CAE-485A-817D-2571FED41EA1}" type="pres">
      <dgm:prSet presAssocID="{8379BA28-F9AE-42CA-B310-B1DD35771D68}" presName="accent_2" presStyleCnt="0"/>
      <dgm:spPr/>
    </dgm:pt>
    <dgm:pt modelId="{651C3811-E6D1-4536-BA83-A848F4709DDA}" type="pres">
      <dgm:prSet presAssocID="{8379BA28-F9AE-42CA-B310-B1DD35771D68}" presName="accentRepeatNode" presStyleLbl="solidFgAcc1" presStyleIdx="1" presStyleCnt="4"/>
      <dgm:spPr/>
    </dgm:pt>
    <dgm:pt modelId="{653E5801-6AF3-43FD-8BC8-07CA4F92E73C}" type="pres">
      <dgm:prSet presAssocID="{7B447271-D381-4C3B-95A4-8709918F3ADA}" presName="text_3" presStyleLbl="node1" presStyleIdx="2" presStyleCnt="4">
        <dgm:presLayoutVars>
          <dgm:bulletEnabled val="1"/>
        </dgm:presLayoutVars>
      </dgm:prSet>
      <dgm:spPr/>
    </dgm:pt>
    <dgm:pt modelId="{CE70DBA1-79A7-45CF-956C-0FF52DB5C87C}" type="pres">
      <dgm:prSet presAssocID="{7B447271-D381-4C3B-95A4-8709918F3ADA}" presName="accent_3" presStyleCnt="0"/>
      <dgm:spPr/>
    </dgm:pt>
    <dgm:pt modelId="{49F23D69-D364-4044-AE36-5C8EB580486F}" type="pres">
      <dgm:prSet presAssocID="{7B447271-D381-4C3B-95A4-8709918F3ADA}" presName="accentRepeatNode" presStyleLbl="solidFgAcc1" presStyleIdx="2" presStyleCnt="4"/>
      <dgm:spPr/>
    </dgm:pt>
    <dgm:pt modelId="{59084B47-9E19-401A-A77F-3AA7ED46A61C}" type="pres">
      <dgm:prSet presAssocID="{7B456EEC-3678-48CE-9D6F-2E409049A992}" presName="text_4" presStyleLbl="node1" presStyleIdx="3" presStyleCnt="4">
        <dgm:presLayoutVars>
          <dgm:bulletEnabled val="1"/>
        </dgm:presLayoutVars>
      </dgm:prSet>
      <dgm:spPr/>
    </dgm:pt>
    <dgm:pt modelId="{C51F9C76-0EC0-408C-9719-7FDA504A7708}" type="pres">
      <dgm:prSet presAssocID="{7B456EEC-3678-48CE-9D6F-2E409049A992}" presName="accent_4" presStyleCnt="0"/>
      <dgm:spPr/>
    </dgm:pt>
    <dgm:pt modelId="{00570FBA-71F0-4111-A883-DE7B955195BC}" type="pres">
      <dgm:prSet presAssocID="{7B456EEC-3678-48CE-9D6F-2E409049A992}" presName="accentRepeatNode" presStyleLbl="solidFgAcc1" presStyleIdx="3" presStyleCnt="4"/>
      <dgm:spPr/>
    </dgm:pt>
  </dgm:ptLst>
  <dgm:cxnLst>
    <dgm:cxn modelId="{A8DBFF04-DC44-4E2B-8C1E-5BCB68978191}" srcId="{9603B547-CFA3-4AB3-A870-B86E06039AD2}" destId="{8379BA28-F9AE-42CA-B310-B1DD35771D68}" srcOrd="1" destOrd="0" parTransId="{D33BB586-5A4C-4423-8CB7-FCEB17388AA8}" sibTransId="{F7B6B773-A96C-4331-8833-63BFA230736C}"/>
    <dgm:cxn modelId="{C9F25C27-E16B-4929-B8AA-AD2ABE97CA70}" type="presOf" srcId="{0378FD6C-B124-4CC5-9799-D2EB281530F9}" destId="{AE283EFF-5A96-4ED2-AA8B-BCF5F76D1E31}" srcOrd="0" destOrd="0" presId="urn:microsoft.com/office/officeart/2008/layout/VerticalCurvedList"/>
    <dgm:cxn modelId="{9ADDD22F-91B2-4B22-BAA0-92C4CCA998F3}" srcId="{9603B547-CFA3-4AB3-A870-B86E06039AD2}" destId="{0378FD6C-B124-4CC5-9799-D2EB281530F9}" srcOrd="0" destOrd="0" parTransId="{D042B286-968C-4382-AD7B-93444BE3B33C}" sibTransId="{6048D5CC-67FB-41FC-A148-F9022FD948CE}"/>
    <dgm:cxn modelId="{2D2DE551-FB59-4833-9007-88C9DC9225B7}" type="presOf" srcId="{8379BA28-F9AE-42CA-B310-B1DD35771D68}" destId="{4125E392-D0CC-4FDB-A1E0-57CCAF88B97B}" srcOrd="0" destOrd="0" presId="urn:microsoft.com/office/officeart/2008/layout/VerticalCurvedList"/>
    <dgm:cxn modelId="{848F9E76-AA85-4000-99D8-F11551CA4E76}" type="presOf" srcId="{6048D5CC-67FB-41FC-A148-F9022FD948CE}" destId="{38C8C00A-9CD4-477D-B3C3-31BE81B89001}" srcOrd="0" destOrd="0" presId="urn:microsoft.com/office/officeart/2008/layout/VerticalCurvedList"/>
    <dgm:cxn modelId="{12AD3E84-F56A-4A3D-AD68-152AA36FCA48}" type="presOf" srcId="{7B456EEC-3678-48CE-9D6F-2E409049A992}" destId="{59084B47-9E19-401A-A77F-3AA7ED46A61C}" srcOrd="0" destOrd="0" presId="urn:microsoft.com/office/officeart/2008/layout/VerticalCurvedList"/>
    <dgm:cxn modelId="{1E5FF5A8-2922-42AD-B11A-4A5454ECFADD}" type="presOf" srcId="{9603B547-CFA3-4AB3-A870-B86E06039AD2}" destId="{48ED2CF9-CE23-45D6-B057-E266F2A5E5CF}" srcOrd="0" destOrd="0" presId="urn:microsoft.com/office/officeart/2008/layout/VerticalCurvedList"/>
    <dgm:cxn modelId="{1BD26DBB-C29C-4B72-BC2D-A816830BB966}" srcId="{9603B547-CFA3-4AB3-A870-B86E06039AD2}" destId="{7B447271-D381-4C3B-95A4-8709918F3ADA}" srcOrd="2" destOrd="0" parTransId="{65A46734-10CD-4FA1-B041-0A5046FEEB6B}" sibTransId="{D00F7BCE-651D-4C62-8B4D-F1136D949ACF}"/>
    <dgm:cxn modelId="{7465D6E1-DE4B-4C42-81FB-0D7AF034E550}" type="presOf" srcId="{7B447271-D381-4C3B-95A4-8709918F3ADA}" destId="{653E5801-6AF3-43FD-8BC8-07CA4F92E73C}" srcOrd="0" destOrd="0" presId="urn:microsoft.com/office/officeart/2008/layout/VerticalCurvedList"/>
    <dgm:cxn modelId="{4286A2F1-4463-4323-9FC7-BFA5249B726A}" srcId="{9603B547-CFA3-4AB3-A870-B86E06039AD2}" destId="{7B456EEC-3678-48CE-9D6F-2E409049A992}" srcOrd="3" destOrd="0" parTransId="{FD3FF558-DA3E-42A0-A8FE-1FA68B85BEA9}" sibTransId="{F0FB66F9-89A0-4E58-AA46-F07CE6B2668C}"/>
    <dgm:cxn modelId="{16729DF6-6FCA-4FE5-8AC5-196B1A83517B}" type="presParOf" srcId="{48ED2CF9-CE23-45D6-B057-E266F2A5E5CF}" destId="{5853F6EF-879A-4B12-A178-818043326E0D}" srcOrd="0" destOrd="0" presId="urn:microsoft.com/office/officeart/2008/layout/VerticalCurvedList"/>
    <dgm:cxn modelId="{6504CEB8-5C05-4633-B13C-6EA881C79D08}" type="presParOf" srcId="{5853F6EF-879A-4B12-A178-818043326E0D}" destId="{96D1EC25-13B5-493F-92EC-83FC97C078D8}" srcOrd="0" destOrd="0" presId="urn:microsoft.com/office/officeart/2008/layout/VerticalCurvedList"/>
    <dgm:cxn modelId="{D5F27CB6-F4D7-42FF-84C0-104EBBDF4C3E}" type="presParOf" srcId="{96D1EC25-13B5-493F-92EC-83FC97C078D8}" destId="{ECEA6C65-58B4-4E1D-866D-6FC9993A47F4}" srcOrd="0" destOrd="0" presId="urn:microsoft.com/office/officeart/2008/layout/VerticalCurvedList"/>
    <dgm:cxn modelId="{96EF9C7B-F1C2-428A-B40E-9BD7138E63D2}" type="presParOf" srcId="{96D1EC25-13B5-493F-92EC-83FC97C078D8}" destId="{38C8C00A-9CD4-477D-B3C3-31BE81B89001}" srcOrd="1" destOrd="0" presId="urn:microsoft.com/office/officeart/2008/layout/VerticalCurvedList"/>
    <dgm:cxn modelId="{2BA2173A-06E8-4E5F-9BBC-11BEB7CE00BD}" type="presParOf" srcId="{96D1EC25-13B5-493F-92EC-83FC97C078D8}" destId="{FBC05743-F676-40E4-8CF3-60E42617C5BA}" srcOrd="2" destOrd="0" presId="urn:microsoft.com/office/officeart/2008/layout/VerticalCurvedList"/>
    <dgm:cxn modelId="{7567437E-4EB0-4015-860A-FB5FBDC41A66}" type="presParOf" srcId="{96D1EC25-13B5-493F-92EC-83FC97C078D8}" destId="{AAB2F835-9282-4E9B-8BEB-13FE09BF47C0}" srcOrd="3" destOrd="0" presId="urn:microsoft.com/office/officeart/2008/layout/VerticalCurvedList"/>
    <dgm:cxn modelId="{3AB7DF87-D718-4825-A886-BD22B24E4940}" type="presParOf" srcId="{5853F6EF-879A-4B12-A178-818043326E0D}" destId="{AE283EFF-5A96-4ED2-AA8B-BCF5F76D1E31}" srcOrd="1" destOrd="0" presId="urn:microsoft.com/office/officeart/2008/layout/VerticalCurvedList"/>
    <dgm:cxn modelId="{42B3AF1B-882E-4367-9A30-DB580FBAA3E2}" type="presParOf" srcId="{5853F6EF-879A-4B12-A178-818043326E0D}" destId="{833FBBF7-9251-45CA-8372-D3E81558A2BF}" srcOrd="2" destOrd="0" presId="urn:microsoft.com/office/officeart/2008/layout/VerticalCurvedList"/>
    <dgm:cxn modelId="{0EA87B51-545F-4D5D-8225-4886ACB91E90}" type="presParOf" srcId="{833FBBF7-9251-45CA-8372-D3E81558A2BF}" destId="{641A92DA-886E-44E1-B316-51D1B2F50932}" srcOrd="0" destOrd="0" presId="urn:microsoft.com/office/officeart/2008/layout/VerticalCurvedList"/>
    <dgm:cxn modelId="{77FF0D8B-2327-41A3-9DD5-33EE08712E1F}" type="presParOf" srcId="{5853F6EF-879A-4B12-A178-818043326E0D}" destId="{4125E392-D0CC-4FDB-A1E0-57CCAF88B97B}" srcOrd="3" destOrd="0" presId="urn:microsoft.com/office/officeart/2008/layout/VerticalCurvedList"/>
    <dgm:cxn modelId="{5C13F2AB-F57D-4991-9770-8562C28EAFA6}" type="presParOf" srcId="{5853F6EF-879A-4B12-A178-818043326E0D}" destId="{0325C123-1CAE-485A-817D-2571FED41EA1}" srcOrd="4" destOrd="0" presId="urn:microsoft.com/office/officeart/2008/layout/VerticalCurvedList"/>
    <dgm:cxn modelId="{AEAA2D3D-2978-4EFA-9EDF-B995F905FDAE}" type="presParOf" srcId="{0325C123-1CAE-485A-817D-2571FED41EA1}" destId="{651C3811-E6D1-4536-BA83-A848F4709DDA}" srcOrd="0" destOrd="0" presId="urn:microsoft.com/office/officeart/2008/layout/VerticalCurvedList"/>
    <dgm:cxn modelId="{9C181852-C975-4E16-93EA-1917E32C741F}" type="presParOf" srcId="{5853F6EF-879A-4B12-A178-818043326E0D}" destId="{653E5801-6AF3-43FD-8BC8-07CA4F92E73C}" srcOrd="5" destOrd="0" presId="urn:microsoft.com/office/officeart/2008/layout/VerticalCurvedList"/>
    <dgm:cxn modelId="{FF2ED278-CBD4-4BA9-B2A3-E03EAC3A99B6}" type="presParOf" srcId="{5853F6EF-879A-4B12-A178-818043326E0D}" destId="{CE70DBA1-79A7-45CF-956C-0FF52DB5C87C}" srcOrd="6" destOrd="0" presId="urn:microsoft.com/office/officeart/2008/layout/VerticalCurvedList"/>
    <dgm:cxn modelId="{EAA51672-E14B-4080-A2FF-819B98DD2046}" type="presParOf" srcId="{CE70DBA1-79A7-45CF-956C-0FF52DB5C87C}" destId="{49F23D69-D364-4044-AE36-5C8EB580486F}" srcOrd="0" destOrd="0" presId="urn:microsoft.com/office/officeart/2008/layout/VerticalCurvedList"/>
    <dgm:cxn modelId="{D3C6B9E2-CD0D-47C9-8BB3-FCD72172DE46}" type="presParOf" srcId="{5853F6EF-879A-4B12-A178-818043326E0D}" destId="{59084B47-9E19-401A-A77F-3AA7ED46A61C}" srcOrd="7" destOrd="0" presId="urn:microsoft.com/office/officeart/2008/layout/VerticalCurvedList"/>
    <dgm:cxn modelId="{7211561D-0A90-4F84-B499-EC30896FEBAE}" type="presParOf" srcId="{5853F6EF-879A-4B12-A178-818043326E0D}" destId="{C51F9C76-0EC0-408C-9719-7FDA504A7708}" srcOrd="8" destOrd="0" presId="urn:microsoft.com/office/officeart/2008/layout/VerticalCurvedList"/>
    <dgm:cxn modelId="{E0EB29FF-7016-4B1E-ACC1-DF882070AFAB}" type="presParOf" srcId="{C51F9C76-0EC0-408C-9719-7FDA504A7708}" destId="{00570FBA-71F0-4111-A883-DE7B955195B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44D489A-CB4F-412F-AF18-1EA5F2E82E75}" type="doc">
      <dgm:prSet loTypeId="urn:microsoft.com/office/officeart/2008/layout/VerticalCurvedLis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D1B14722-8673-4832-A19F-E2ED6412B688}">
      <dgm:prSet phldrT="[Testo]"/>
      <dgm:spPr/>
      <dgm:t>
        <a:bodyPr/>
        <a:lstStyle/>
        <a:p>
          <a:r>
            <a:rPr lang="en-US" strike="sngStrike" dirty="0"/>
            <a:t>A</a:t>
          </a:r>
          <a:r>
            <a:rPr lang="en-US" dirty="0"/>
            <a:t> huge doping row is overshadowing </a:t>
          </a:r>
          <a:r>
            <a:rPr lang="en-US" strike="sngStrike" dirty="0"/>
            <a:t>the</a:t>
          </a:r>
          <a:r>
            <a:rPr lang="en-US" dirty="0"/>
            <a:t> start </a:t>
          </a:r>
          <a:r>
            <a:rPr lang="en-US" strike="sngStrike" dirty="0"/>
            <a:t>of</a:t>
          </a:r>
          <a:r>
            <a:rPr lang="en-US" dirty="0"/>
            <a:t> </a:t>
          </a:r>
          <a:r>
            <a:rPr lang="en-US" strike="sngStrike" dirty="0"/>
            <a:t>the</a:t>
          </a:r>
          <a:r>
            <a:rPr lang="en-US" dirty="0"/>
            <a:t> Olympic Games</a:t>
          </a:r>
          <a:endParaRPr lang="it-IT" dirty="0"/>
        </a:p>
      </dgm:t>
    </dgm:pt>
    <dgm:pt modelId="{70B7A4E8-CC0E-424F-BC34-8C7D45CEB17D}" type="parTrans" cxnId="{FEB639E5-F6CE-4850-880C-5ADFD6CA7CEC}">
      <dgm:prSet/>
      <dgm:spPr/>
      <dgm:t>
        <a:bodyPr/>
        <a:lstStyle/>
        <a:p>
          <a:endParaRPr lang="it-IT"/>
        </a:p>
      </dgm:t>
    </dgm:pt>
    <dgm:pt modelId="{37D64BCE-C768-4974-9251-2B7B093BC385}" type="sibTrans" cxnId="{FEB639E5-F6CE-4850-880C-5ADFD6CA7CEC}">
      <dgm:prSet/>
      <dgm:spPr/>
      <dgm:t>
        <a:bodyPr/>
        <a:lstStyle/>
        <a:p>
          <a:endParaRPr lang="it-IT"/>
        </a:p>
      </dgm:t>
    </dgm:pt>
    <dgm:pt modelId="{D675826C-B104-4629-ABC6-FBBD7F5B97D0}">
      <dgm:prSet phldrT="[Testo]"/>
      <dgm:spPr/>
      <dgm:t>
        <a:bodyPr/>
        <a:lstStyle/>
        <a:p>
          <a:r>
            <a:rPr lang="en-US" dirty="0"/>
            <a:t>British athletes have turned </a:t>
          </a:r>
          <a:r>
            <a:rPr lang="en-US" strike="sngStrike" dirty="0"/>
            <a:t>their</a:t>
          </a:r>
          <a:r>
            <a:rPr lang="en-US" dirty="0"/>
            <a:t> </a:t>
          </a:r>
          <a:r>
            <a:rPr lang="en-US" strike="sngStrike" dirty="0"/>
            <a:t>backs</a:t>
          </a:r>
          <a:r>
            <a:rPr lang="en-US" dirty="0"/>
            <a:t> </a:t>
          </a:r>
          <a:r>
            <a:rPr lang="en-US" strike="sngStrike" dirty="0"/>
            <a:t>on</a:t>
          </a:r>
          <a:r>
            <a:rPr lang="en-US" dirty="0"/>
            <a:t> restaurants </a:t>
          </a:r>
          <a:r>
            <a:rPr lang="en-US" strike="sngStrike" dirty="0"/>
            <a:t>in</a:t>
          </a:r>
          <a:r>
            <a:rPr lang="en-US" dirty="0"/>
            <a:t> </a:t>
          </a:r>
          <a:r>
            <a:rPr lang="en-US" strike="sngStrike" dirty="0"/>
            <a:t>the</a:t>
          </a:r>
          <a:r>
            <a:rPr lang="en-US" dirty="0"/>
            <a:t> Paris</a:t>
          </a:r>
          <a:endParaRPr lang="it-IT" dirty="0"/>
        </a:p>
      </dgm:t>
    </dgm:pt>
    <dgm:pt modelId="{668E8D7F-88A9-487B-AEC5-C319A615825C}" type="parTrans" cxnId="{074E8BF2-78BE-44AC-B8F9-2BC86814CC42}">
      <dgm:prSet/>
      <dgm:spPr/>
      <dgm:t>
        <a:bodyPr/>
        <a:lstStyle/>
        <a:p>
          <a:endParaRPr lang="it-IT"/>
        </a:p>
      </dgm:t>
    </dgm:pt>
    <dgm:pt modelId="{AC76675F-8D25-4B63-88E5-515FFC93DDEC}" type="sibTrans" cxnId="{074E8BF2-78BE-44AC-B8F9-2BC86814CC42}">
      <dgm:prSet/>
      <dgm:spPr/>
      <dgm:t>
        <a:bodyPr/>
        <a:lstStyle/>
        <a:p>
          <a:endParaRPr lang="it-IT"/>
        </a:p>
      </dgm:t>
    </dgm:pt>
    <dgm:pt modelId="{76050DC2-55C8-49D4-B1E5-E0C1423FA68A}">
      <dgm:prSet/>
      <dgm:spPr/>
      <dgm:t>
        <a:bodyPr/>
        <a:lstStyle/>
        <a:p>
          <a:r>
            <a:rPr lang="en-US" strike="sngStrike" dirty="0"/>
            <a:t>When</a:t>
          </a:r>
          <a:r>
            <a:rPr lang="en-US" strike="noStrike" dirty="0"/>
            <a:t> Elon Musk spoke </a:t>
          </a:r>
          <a:r>
            <a:rPr lang="en-US" strike="sngStrike" dirty="0"/>
            <a:t>about</a:t>
          </a:r>
          <a:r>
            <a:rPr lang="en-US" strike="noStrike" dirty="0"/>
            <a:t> </a:t>
          </a:r>
          <a:r>
            <a:rPr lang="en-US" strike="sngStrike" dirty="0"/>
            <a:t>the</a:t>
          </a:r>
          <a:endParaRPr lang="it-IT" strike="noStrike" dirty="0"/>
        </a:p>
      </dgm:t>
    </dgm:pt>
    <dgm:pt modelId="{2CA764CC-AACE-468E-ACB5-B35EE3518BE6}" type="parTrans" cxnId="{D7D63ABF-0F0E-4F30-9E1A-7EBD75BDDC3D}">
      <dgm:prSet/>
      <dgm:spPr/>
      <dgm:t>
        <a:bodyPr/>
        <a:lstStyle/>
        <a:p>
          <a:endParaRPr lang="it-IT"/>
        </a:p>
      </dgm:t>
    </dgm:pt>
    <dgm:pt modelId="{8FC771FF-5788-4418-ADB1-0F9412D12564}" type="sibTrans" cxnId="{D7D63ABF-0F0E-4F30-9E1A-7EBD75BDDC3D}">
      <dgm:prSet/>
      <dgm:spPr/>
      <dgm:t>
        <a:bodyPr/>
        <a:lstStyle/>
        <a:p>
          <a:endParaRPr lang="it-IT"/>
        </a:p>
      </dgm:t>
    </dgm:pt>
    <dgm:pt modelId="{F1CF5111-7A22-4D2A-BE6D-E656A5095F6D}">
      <dgm:prSet phldrT="[Testo]"/>
      <dgm:spPr/>
      <dgm:t>
        <a:bodyPr/>
        <a:lstStyle/>
        <a:p>
          <a:r>
            <a:rPr lang="en-US" strike="sngStrike" dirty="0"/>
            <a:t>In</a:t>
          </a:r>
          <a:r>
            <a:rPr lang="en-US" dirty="0"/>
            <a:t> case </a:t>
          </a:r>
          <a:r>
            <a:rPr lang="en-US" strike="sngStrike" dirty="0"/>
            <a:t>you</a:t>
          </a:r>
          <a:r>
            <a:rPr lang="en-US" dirty="0"/>
            <a:t> have missed </a:t>
          </a:r>
          <a:r>
            <a:rPr lang="en-US" strike="sngStrike" dirty="0"/>
            <a:t>it</a:t>
          </a:r>
          <a:r>
            <a:rPr lang="en-US" dirty="0"/>
            <a:t>, </a:t>
          </a:r>
          <a:r>
            <a:rPr lang="en-US" strike="sngStrike" dirty="0"/>
            <a:t>the</a:t>
          </a:r>
          <a:r>
            <a:rPr lang="en-US" dirty="0"/>
            <a:t> Olympic Games are coming.</a:t>
          </a:r>
          <a:endParaRPr lang="it-IT" dirty="0"/>
        </a:p>
      </dgm:t>
    </dgm:pt>
    <dgm:pt modelId="{295492DA-5B19-4BC1-8765-FE8DFA755484}" type="parTrans" cxnId="{4B19B079-9965-4797-B832-61E9718AF489}">
      <dgm:prSet/>
      <dgm:spPr/>
      <dgm:t>
        <a:bodyPr/>
        <a:lstStyle/>
        <a:p>
          <a:endParaRPr lang="it-IT"/>
        </a:p>
      </dgm:t>
    </dgm:pt>
    <dgm:pt modelId="{07B03298-6B1F-4C97-8006-3B069BF9C2E4}" type="sibTrans" cxnId="{4B19B079-9965-4797-B832-61E9718AF489}">
      <dgm:prSet/>
      <dgm:spPr/>
      <dgm:t>
        <a:bodyPr/>
        <a:lstStyle/>
        <a:p>
          <a:endParaRPr lang="it-IT"/>
        </a:p>
      </dgm:t>
    </dgm:pt>
    <dgm:pt modelId="{E73748A6-D8E8-4B6E-82CC-0AC553D38D7A}" type="pres">
      <dgm:prSet presAssocID="{444D489A-CB4F-412F-AF18-1EA5F2E82E75}" presName="Name0" presStyleCnt="0">
        <dgm:presLayoutVars>
          <dgm:chMax val="7"/>
          <dgm:chPref val="7"/>
          <dgm:dir/>
        </dgm:presLayoutVars>
      </dgm:prSet>
      <dgm:spPr/>
    </dgm:pt>
    <dgm:pt modelId="{21C05429-4C47-4EEE-842C-BD14DDABB846}" type="pres">
      <dgm:prSet presAssocID="{444D489A-CB4F-412F-AF18-1EA5F2E82E75}" presName="Name1" presStyleCnt="0"/>
      <dgm:spPr/>
    </dgm:pt>
    <dgm:pt modelId="{8530421D-726B-48BE-89FC-1CF57C3EB72D}" type="pres">
      <dgm:prSet presAssocID="{444D489A-CB4F-412F-AF18-1EA5F2E82E75}" presName="cycle" presStyleCnt="0"/>
      <dgm:spPr/>
    </dgm:pt>
    <dgm:pt modelId="{9F434CBC-04F7-429F-9934-57194896DD5D}" type="pres">
      <dgm:prSet presAssocID="{444D489A-CB4F-412F-AF18-1EA5F2E82E75}" presName="srcNode" presStyleLbl="node1" presStyleIdx="0" presStyleCnt="4"/>
      <dgm:spPr/>
    </dgm:pt>
    <dgm:pt modelId="{C82F8A6C-7349-488B-B57D-9E414D4F7264}" type="pres">
      <dgm:prSet presAssocID="{444D489A-CB4F-412F-AF18-1EA5F2E82E75}" presName="conn" presStyleLbl="parChTrans1D2" presStyleIdx="0" presStyleCnt="1"/>
      <dgm:spPr/>
    </dgm:pt>
    <dgm:pt modelId="{D96AF8E3-FF28-4E8C-A699-9FB60B05E614}" type="pres">
      <dgm:prSet presAssocID="{444D489A-CB4F-412F-AF18-1EA5F2E82E75}" presName="extraNode" presStyleLbl="node1" presStyleIdx="0" presStyleCnt="4"/>
      <dgm:spPr/>
    </dgm:pt>
    <dgm:pt modelId="{3E927E8D-5756-4691-A226-B8A55E53DC51}" type="pres">
      <dgm:prSet presAssocID="{444D489A-CB4F-412F-AF18-1EA5F2E82E75}" presName="dstNode" presStyleLbl="node1" presStyleIdx="0" presStyleCnt="4"/>
      <dgm:spPr/>
    </dgm:pt>
    <dgm:pt modelId="{CB030B9F-464C-4515-8B49-0C489623D80E}" type="pres">
      <dgm:prSet presAssocID="{F1CF5111-7A22-4D2A-BE6D-E656A5095F6D}" presName="text_1" presStyleLbl="node1" presStyleIdx="0" presStyleCnt="4">
        <dgm:presLayoutVars>
          <dgm:bulletEnabled val="1"/>
        </dgm:presLayoutVars>
      </dgm:prSet>
      <dgm:spPr/>
    </dgm:pt>
    <dgm:pt modelId="{BC622602-4D7B-471E-BE60-172B6CB1B020}" type="pres">
      <dgm:prSet presAssocID="{F1CF5111-7A22-4D2A-BE6D-E656A5095F6D}" presName="accent_1" presStyleCnt="0"/>
      <dgm:spPr/>
    </dgm:pt>
    <dgm:pt modelId="{A39A2BF1-9B33-47B8-B573-393C69B6338F}" type="pres">
      <dgm:prSet presAssocID="{F1CF5111-7A22-4D2A-BE6D-E656A5095F6D}" presName="accentRepeatNode" presStyleLbl="solidFgAcc1" presStyleIdx="0" presStyleCnt="4"/>
      <dgm:spPr/>
    </dgm:pt>
    <dgm:pt modelId="{886E9645-ABAD-45AB-B7D6-919625588FCD}" type="pres">
      <dgm:prSet presAssocID="{D1B14722-8673-4832-A19F-E2ED6412B688}" presName="text_2" presStyleLbl="node1" presStyleIdx="1" presStyleCnt="4">
        <dgm:presLayoutVars>
          <dgm:bulletEnabled val="1"/>
        </dgm:presLayoutVars>
      </dgm:prSet>
      <dgm:spPr/>
    </dgm:pt>
    <dgm:pt modelId="{6828407C-9948-4E16-980A-B3BCF5604B18}" type="pres">
      <dgm:prSet presAssocID="{D1B14722-8673-4832-A19F-E2ED6412B688}" presName="accent_2" presStyleCnt="0"/>
      <dgm:spPr/>
    </dgm:pt>
    <dgm:pt modelId="{32EB8752-8E6B-4D50-8F32-2014C8B35F01}" type="pres">
      <dgm:prSet presAssocID="{D1B14722-8673-4832-A19F-E2ED6412B688}" presName="accentRepeatNode" presStyleLbl="solidFgAcc1" presStyleIdx="1" presStyleCnt="4"/>
      <dgm:spPr/>
    </dgm:pt>
    <dgm:pt modelId="{F094D4EA-27EC-4786-86B8-284FA3F11FCB}" type="pres">
      <dgm:prSet presAssocID="{D675826C-B104-4629-ABC6-FBBD7F5B97D0}" presName="text_3" presStyleLbl="node1" presStyleIdx="2" presStyleCnt="4">
        <dgm:presLayoutVars>
          <dgm:bulletEnabled val="1"/>
        </dgm:presLayoutVars>
      </dgm:prSet>
      <dgm:spPr/>
    </dgm:pt>
    <dgm:pt modelId="{EFA210AE-8101-49C9-AA63-56356C185CA5}" type="pres">
      <dgm:prSet presAssocID="{D675826C-B104-4629-ABC6-FBBD7F5B97D0}" presName="accent_3" presStyleCnt="0"/>
      <dgm:spPr/>
    </dgm:pt>
    <dgm:pt modelId="{FE83DEC1-E0BB-455A-BA80-8B1517B7A36B}" type="pres">
      <dgm:prSet presAssocID="{D675826C-B104-4629-ABC6-FBBD7F5B97D0}" presName="accentRepeatNode" presStyleLbl="solidFgAcc1" presStyleIdx="2" presStyleCnt="4"/>
      <dgm:spPr/>
    </dgm:pt>
    <dgm:pt modelId="{C7EBEE8C-89D1-44E7-85CE-A3C4D96EA1E8}" type="pres">
      <dgm:prSet presAssocID="{76050DC2-55C8-49D4-B1E5-E0C1423FA68A}" presName="text_4" presStyleLbl="node1" presStyleIdx="3" presStyleCnt="4">
        <dgm:presLayoutVars>
          <dgm:bulletEnabled val="1"/>
        </dgm:presLayoutVars>
      </dgm:prSet>
      <dgm:spPr/>
    </dgm:pt>
    <dgm:pt modelId="{5A9E1E91-9599-4B44-99F0-D469083A39C7}" type="pres">
      <dgm:prSet presAssocID="{76050DC2-55C8-49D4-B1E5-E0C1423FA68A}" presName="accent_4" presStyleCnt="0"/>
      <dgm:spPr/>
    </dgm:pt>
    <dgm:pt modelId="{5E06C198-1BDA-46A0-8106-E7EEBB2BA012}" type="pres">
      <dgm:prSet presAssocID="{76050DC2-55C8-49D4-B1E5-E0C1423FA68A}" presName="accentRepeatNode" presStyleLbl="solidFgAcc1" presStyleIdx="3" presStyleCnt="4"/>
      <dgm:spPr/>
    </dgm:pt>
  </dgm:ptLst>
  <dgm:cxnLst>
    <dgm:cxn modelId="{78501200-D5EF-43E9-B0CA-7ED5DFB0328C}" type="presOf" srcId="{76050DC2-55C8-49D4-B1E5-E0C1423FA68A}" destId="{C7EBEE8C-89D1-44E7-85CE-A3C4D96EA1E8}" srcOrd="0" destOrd="0" presId="urn:microsoft.com/office/officeart/2008/layout/VerticalCurvedList"/>
    <dgm:cxn modelId="{CDDF442C-B322-4B68-8613-14AB3C34CC95}" type="presOf" srcId="{07B03298-6B1F-4C97-8006-3B069BF9C2E4}" destId="{C82F8A6C-7349-488B-B57D-9E414D4F7264}" srcOrd="0" destOrd="0" presId="urn:microsoft.com/office/officeart/2008/layout/VerticalCurvedList"/>
    <dgm:cxn modelId="{B8041069-C96E-4191-BE33-48F347A681FA}" type="presOf" srcId="{444D489A-CB4F-412F-AF18-1EA5F2E82E75}" destId="{E73748A6-D8E8-4B6E-82CC-0AC553D38D7A}" srcOrd="0" destOrd="0" presId="urn:microsoft.com/office/officeart/2008/layout/VerticalCurvedList"/>
    <dgm:cxn modelId="{C9E77355-946A-48C9-8BBA-56848EB51711}" type="presOf" srcId="{D1B14722-8673-4832-A19F-E2ED6412B688}" destId="{886E9645-ABAD-45AB-B7D6-919625588FCD}" srcOrd="0" destOrd="0" presId="urn:microsoft.com/office/officeart/2008/layout/VerticalCurvedList"/>
    <dgm:cxn modelId="{4B19B079-9965-4797-B832-61E9718AF489}" srcId="{444D489A-CB4F-412F-AF18-1EA5F2E82E75}" destId="{F1CF5111-7A22-4D2A-BE6D-E656A5095F6D}" srcOrd="0" destOrd="0" parTransId="{295492DA-5B19-4BC1-8765-FE8DFA755484}" sibTransId="{07B03298-6B1F-4C97-8006-3B069BF9C2E4}"/>
    <dgm:cxn modelId="{7A31A9A1-DFB4-487C-8F13-24E199AD1F10}" type="presOf" srcId="{F1CF5111-7A22-4D2A-BE6D-E656A5095F6D}" destId="{CB030B9F-464C-4515-8B49-0C489623D80E}" srcOrd="0" destOrd="0" presId="urn:microsoft.com/office/officeart/2008/layout/VerticalCurvedList"/>
    <dgm:cxn modelId="{D7D63ABF-0F0E-4F30-9E1A-7EBD75BDDC3D}" srcId="{444D489A-CB4F-412F-AF18-1EA5F2E82E75}" destId="{76050DC2-55C8-49D4-B1E5-E0C1423FA68A}" srcOrd="3" destOrd="0" parTransId="{2CA764CC-AACE-468E-ACB5-B35EE3518BE6}" sibTransId="{8FC771FF-5788-4418-ADB1-0F9412D12564}"/>
    <dgm:cxn modelId="{FEB639E5-F6CE-4850-880C-5ADFD6CA7CEC}" srcId="{444D489A-CB4F-412F-AF18-1EA5F2E82E75}" destId="{D1B14722-8673-4832-A19F-E2ED6412B688}" srcOrd="1" destOrd="0" parTransId="{70B7A4E8-CC0E-424F-BC34-8C7D45CEB17D}" sibTransId="{37D64BCE-C768-4974-9251-2B7B093BC385}"/>
    <dgm:cxn modelId="{074E8BF2-78BE-44AC-B8F9-2BC86814CC42}" srcId="{444D489A-CB4F-412F-AF18-1EA5F2E82E75}" destId="{D675826C-B104-4629-ABC6-FBBD7F5B97D0}" srcOrd="2" destOrd="0" parTransId="{668E8D7F-88A9-487B-AEC5-C319A615825C}" sibTransId="{AC76675F-8D25-4B63-88E5-515FFC93DDEC}"/>
    <dgm:cxn modelId="{C0AF3EF8-9A4D-4B2C-B35F-C80A3A9221DA}" type="presOf" srcId="{D675826C-B104-4629-ABC6-FBBD7F5B97D0}" destId="{F094D4EA-27EC-4786-86B8-284FA3F11FCB}" srcOrd="0" destOrd="0" presId="urn:microsoft.com/office/officeart/2008/layout/VerticalCurvedList"/>
    <dgm:cxn modelId="{294956A9-4BD9-44FE-8A2B-D7EC94874487}" type="presParOf" srcId="{E73748A6-D8E8-4B6E-82CC-0AC553D38D7A}" destId="{21C05429-4C47-4EEE-842C-BD14DDABB846}" srcOrd="0" destOrd="0" presId="urn:microsoft.com/office/officeart/2008/layout/VerticalCurvedList"/>
    <dgm:cxn modelId="{5EB609A9-71B3-4F24-8FCF-E2BC423CFAEE}" type="presParOf" srcId="{21C05429-4C47-4EEE-842C-BD14DDABB846}" destId="{8530421D-726B-48BE-89FC-1CF57C3EB72D}" srcOrd="0" destOrd="0" presId="urn:microsoft.com/office/officeart/2008/layout/VerticalCurvedList"/>
    <dgm:cxn modelId="{6D907E50-034D-453D-81C8-B4241C048988}" type="presParOf" srcId="{8530421D-726B-48BE-89FC-1CF57C3EB72D}" destId="{9F434CBC-04F7-429F-9934-57194896DD5D}" srcOrd="0" destOrd="0" presId="urn:microsoft.com/office/officeart/2008/layout/VerticalCurvedList"/>
    <dgm:cxn modelId="{A5381268-DC03-48A0-BBEB-40AE3C716404}" type="presParOf" srcId="{8530421D-726B-48BE-89FC-1CF57C3EB72D}" destId="{C82F8A6C-7349-488B-B57D-9E414D4F7264}" srcOrd="1" destOrd="0" presId="urn:microsoft.com/office/officeart/2008/layout/VerticalCurvedList"/>
    <dgm:cxn modelId="{875B4978-9766-4B48-8F4B-B073A9EEF3AB}" type="presParOf" srcId="{8530421D-726B-48BE-89FC-1CF57C3EB72D}" destId="{D96AF8E3-FF28-4E8C-A699-9FB60B05E614}" srcOrd="2" destOrd="0" presId="urn:microsoft.com/office/officeart/2008/layout/VerticalCurvedList"/>
    <dgm:cxn modelId="{A8A689AB-17B3-4817-B78E-D453C60FB9B8}" type="presParOf" srcId="{8530421D-726B-48BE-89FC-1CF57C3EB72D}" destId="{3E927E8D-5756-4691-A226-B8A55E53DC51}" srcOrd="3" destOrd="0" presId="urn:microsoft.com/office/officeart/2008/layout/VerticalCurvedList"/>
    <dgm:cxn modelId="{082E625A-BF2C-4E41-838F-0EB842C828D1}" type="presParOf" srcId="{21C05429-4C47-4EEE-842C-BD14DDABB846}" destId="{CB030B9F-464C-4515-8B49-0C489623D80E}" srcOrd="1" destOrd="0" presId="urn:microsoft.com/office/officeart/2008/layout/VerticalCurvedList"/>
    <dgm:cxn modelId="{20BC9923-9009-4D29-BE11-7193B282006F}" type="presParOf" srcId="{21C05429-4C47-4EEE-842C-BD14DDABB846}" destId="{BC622602-4D7B-471E-BE60-172B6CB1B020}" srcOrd="2" destOrd="0" presId="urn:microsoft.com/office/officeart/2008/layout/VerticalCurvedList"/>
    <dgm:cxn modelId="{8D833EAD-21BB-4B60-8CDA-3E3708C06D8A}" type="presParOf" srcId="{BC622602-4D7B-471E-BE60-172B6CB1B020}" destId="{A39A2BF1-9B33-47B8-B573-393C69B6338F}" srcOrd="0" destOrd="0" presId="urn:microsoft.com/office/officeart/2008/layout/VerticalCurvedList"/>
    <dgm:cxn modelId="{D96B64DA-88AD-4BC6-8315-C0E2297C0B78}" type="presParOf" srcId="{21C05429-4C47-4EEE-842C-BD14DDABB846}" destId="{886E9645-ABAD-45AB-B7D6-919625588FCD}" srcOrd="3" destOrd="0" presId="urn:microsoft.com/office/officeart/2008/layout/VerticalCurvedList"/>
    <dgm:cxn modelId="{E20C78DE-B984-43F1-BDC9-7B5F594CB43A}" type="presParOf" srcId="{21C05429-4C47-4EEE-842C-BD14DDABB846}" destId="{6828407C-9948-4E16-980A-B3BCF5604B18}" srcOrd="4" destOrd="0" presId="urn:microsoft.com/office/officeart/2008/layout/VerticalCurvedList"/>
    <dgm:cxn modelId="{2FFE069E-4E56-4DB8-A2AE-BB55CB51195B}" type="presParOf" srcId="{6828407C-9948-4E16-980A-B3BCF5604B18}" destId="{32EB8752-8E6B-4D50-8F32-2014C8B35F01}" srcOrd="0" destOrd="0" presId="urn:microsoft.com/office/officeart/2008/layout/VerticalCurvedList"/>
    <dgm:cxn modelId="{FEFA08DE-181E-4C70-A4CC-4CDF88DE94BE}" type="presParOf" srcId="{21C05429-4C47-4EEE-842C-BD14DDABB846}" destId="{F094D4EA-27EC-4786-86B8-284FA3F11FCB}" srcOrd="5" destOrd="0" presId="urn:microsoft.com/office/officeart/2008/layout/VerticalCurvedList"/>
    <dgm:cxn modelId="{19EBFCA2-FD8A-45CC-A354-B29A83DED021}" type="presParOf" srcId="{21C05429-4C47-4EEE-842C-BD14DDABB846}" destId="{EFA210AE-8101-49C9-AA63-56356C185CA5}" srcOrd="6" destOrd="0" presId="urn:microsoft.com/office/officeart/2008/layout/VerticalCurvedList"/>
    <dgm:cxn modelId="{E9E70136-F98B-4959-BC7C-2FA7E12A9098}" type="presParOf" srcId="{EFA210AE-8101-49C9-AA63-56356C185CA5}" destId="{FE83DEC1-E0BB-455A-BA80-8B1517B7A36B}" srcOrd="0" destOrd="0" presId="urn:microsoft.com/office/officeart/2008/layout/VerticalCurvedList"/>
    <dgm:cxn modelId="{785EC7AF-A0DF-4A3A-8A43-15EB622A85C2}" type="presParOf" srcId="{21C05429-4C47-4EEE-842C-BD14DDABB846}" destId="{C7EBEE8C-89D1-44E7-85CE-A3C4D96EA1E8}" srcOrd="7" destOrd="0" presId="urn:microsoft.com/office/officeart/2008/layout/VerticalCurvedList"/>
    <dgm:cxn modelId="{BB5AA6D4-8C6B-4A6C-877C-DE5104723DA1}" type="presParOf" srcId="{21C05429-4C47-4EEE-842C-BD14DDABB846}" destId="{5A9E1E91-9599-4B44-99F0-D469083A39C7}" srcOrd="8" destOrd="0" presId="urn:microsoft.com/office/officeart/2008/layout/VerticalCurvedList"/>
    <dgm:cxn modelId="{8FF6B92F-C101-4E85-839C-C67EFDE5BF92}" type="presParOf" srcId="{5A9E1E91-9599-4B44-99F0-D469083A39C7}" destId="{5E06C198-1BDA-46A0-8106-E7EEBB2BA01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96F32B2-936C-4C04-96B2-23442E40F249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A5A97F3F-E973-43C2-B295-2F87FDBE3532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en-US" dirty="0"/>
            <a:t>Assign a weight to all users respecting the similarity with the active user </a:t>
          </a:r>
          <a:r>
            <a:rPr lang="en-US" i="1" dirty="0"/>
            <a:t>(</a:t>
          </a:r>
          <a:r>
            <a:rPr lang="it-IT" i="1" dirty="0"/>
            <a:t>Pearson </a:t>
          </a:r>
          <a:r>
            <a:rPr lang="it-IT" i="1" dirty="0" err="1"/>
            <a:t>correlation</a:t>
          </a:r>
          <a:r>
            <a:rPr lang="it-IT" i="1" dirty="0"/>
            <a:t> </a:t>
          </a:r>
          <a:r>
            <a:rPr lang="it-IT" i="1" dirty="0" err="1"/>
            <a:t>coefficient</a:t>
          </a:r>
          <a:r>
            <a:rPr lang="it-IT" i="1" dirty="0"/>
            <a:t>)</a:t>
          </a:r>
          <a:endParaRPr lang="it-IT" dirty="0"/>
        </a:p>
      </dgm:t>
    </dgm:pt>
    <dgm:pt modelId="{301B1980-1D6F-4073-A86F-F4AD05BFC2DC}" type="parTrans" cxnId="{7BDEEABD-83CD-4023-B91A-59370157F955}">
      <dgm:prSet/>
      <dgm:spPr/>
      <dgm:t>
        <a:bodyPr/>
        <a:lstStyle/>
        <a:p>
          <a:pPr algn="l"/>
          <a:endParaRPr lang="it-IT"/>
        </a:p>
      </dgm:t>
    </dgm:pt>
    <dgm:pt modelId="{8F992896-88DA-4CE1-88F3-613E538DB763}" type="sibTrans" cxnId="{7BDEEABD-83CD-4023-B91A-59370157F955}">
      <dgm:prSet/>
      <dgm:spPr/>
      <dgm:t>
        <a:bodyPr/>
        <a:lstStyle/>
        <a:p>
          <a:pPr algn="l"/>
          <a:endParaRPr lang="it-IT"/>
        </a:p>
      </dgm:t>
    </dgm:pt>
    <dgm:pt modelId="{04D073C3-8B6B-413B-B357-8FF4848742AA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en-US" dirty="0"/>
            <a:t>Select a subset of users that have more high similar preferences of active user </a:t>
          </a:r>
          <a:r>
            <a:rPr lang="en-US" i="1" dirty="0"/>
            <a:t>(n</a:t>
          </a:r>
          <a:r>
            <a:rPr lang="it-IT" i="1" dirty="0" err="1"/>
            <a:t>eighborhood</a:t>
          </a:r>
          <a:r>
            <a:rPr lang="it-IT" i="1" dirty="0"/>
            <a:t>)</a:t>
          </a:r>
          <a:endParaRPr lang="it-IT" dirty="0"/>
        </a:p>
      </dgm:t>
    </dgm:pt>
    <dgm:pt modelId="{72BB554E-1FF3-42B3-8E05-16FDBDD0CC5B}" type="parTrans" cxnId="{F2CCC6C1-1AEF-4F05-AE05-EC4F266208C2}">
      <dgm:prSet/>
      <dgm:spPr/>
      <dgm:t>
        <a:bodyPr/>
        <a:lstStyle/>
        <a:p>
          <a:endParaRPr lang="it-IT"/>
        </a:p>
      </dgm:t>
    </dgm:pt>
    <dgm:pt modelId="{131B83B1-B9E5-44F9-9094-96E7877C1EAE}" type="sibTrans" cxnId="{F2CCC6C1-1AEF-4F05-AE05-EC4F266208C2}">
      <dgm:prSet/>
      <dgm:spPr/>
      <dgm:t>
        <a:bodyPr/>
        <a:lstStyle/>
        <a:p>
          <a:endParaRPr lang="it-IT"/>
        </a:p>
      </dgm:t>
    </dgm:pt>
    <dgm:pt modelId="{D3FF2699-ED64-41EC-A500-0B33F18D0613}">
      <dgm:prSet phldrT="[Testo]"/>
      <dgm:spPr/>
      <dgm:t>
        <a:bodyPr/>
        <a:lstStyle/>
        <a:p>
          <a:pPr algn="l">
            <a:buFont typeface="Wingdings" panose="05000000000000000000" pitchFamily="2" charset="2"/>
            <a:buChar char="§"/>
          </a:pPr>
          <a:r>
            <a:rPr lang="en-US" dirty="0"/>
            <a:t>Calculate the prediction value using a weighted average across neighborhood ratings</a:t>
          </a:r>
          <a:r>
            <a:rPr lang="it-IT" dirty="0"/>
            <a:t>                                                                                                                                                                                                                 </a:t>
          </a:r>
        </a:p>
      </dgm:t>
    </dgm:pt>
    <dgm:pt modelId="{BEE47B55-C98A-4047-A810-10EB3C009D90}" type="parTrans" cxnId="{DC4AF7E8-4538-4F70-9FAC-C140D03B6F45}">
      <dgm:prSet/>
      <dgm:spPr/>
      <dgm:t>
        <a:bodyPr/>
        <a:lstStyle/>
        <a:p>
          <a:endParaRPr lang="it-IT"/>
        </a:p>
      </dgm:t>
    </dgm:pt>
    <dgm:pt modelId="{B66A012A-2ADA-4936-91D0-9ED324B6ABF6}" type="sibTrans" cxnId="{DC4AF7E8-4538-4F70-9FAC-C140D03B6F45}">
      <dgm:prSet/>
      <dgm:spPr/>
      <dgm:t>
        <a:bodyPr/>
        <a:lstStyle/>
        <a:p>
          <a:endParaRPr lang="it-IT"/>
        </a:p>
      </dgm:t>
    </dgm:pt>
    <dgm:pt modelId="{E9391078-0376-49BB-96A9-5C1A394B6850}" type="pres">
      <dgm:prSet presAssocID="{E96F32B2-936C-4C04-96B2-23442E40F249}" presName="Name0" presStyleCnt="0">
        <dgm:presLayoutVars>
          <dgm:chMax val="7"/>
          <dgm:chPref val="7"/>
          <dgm:dir/>
        </dgm:presLayoutVars>
      </dgm:prSet>
      <dgm:spPr/>
    </dgm:pt>
    <dgm:pt modelId="{222DFDFD-B0C1-42B0-8D25-7AB66295DCB6}" type="pres">
      <dgm:prSet presAssocID="{E96F32B2-936C-4C04-96B2-23442E40F249}" presName="Name1" presStyleCnt="0"/>
      <dgm:spPr/>
    </dgm:pt>
    <dgm:pt modelId="{23DF0B8B-8A47-475D-96C0-820280D1140F}" type="pres">
      <dgm:prSet presAssocID="{E96F32B2-936C-4C04-96B2-23442E40F249}" presName="cycle" presStyleCnt="0"/>
      <dgm:spPr/>
    </dgm:pt>
    <dgm:pt modelId="{15904852-9A00-459B-A099-45971095D3B1}" type="pres">
      <dgm:prSet presAssocID="{E96F32B2-936C-4C04-96B2-23442E40F249}" presName="srcNode" presStyleLbl="node1" presStyleIdx="0" presStyleCnt="3"/>
      <dgm:spPr/>
    </dgm:pt>
    <dgm:pt modelId="{54ACBBDE-2A4F-4987-B370-DCCE96DC19EF}" type="pres">
      <dgm:prSet presAssocID="{E96F32B2-936C-4C04-96B2-23442E40F249}" presName="conn" presStyleLbl="parChTrans1D2" presStyleIdx="0" presStyleCnt="1"/>
      <dgm:spPr/>
    </dgm:pt>
    <dgm:pt modelId="{066BBE74-4C39-4BD9-A53E-4308DA8C8E92}" type="pres">
      <dgm:prSet presAssocID="{E96F32B2-936C-4C04-96B2-23442E40F249}" presName="extraNode" presStyleLbl="node1" presStyleIdx="0" presStyleCnt="3"/>
      <dgm:spPr/>
    </dgm:pt>
    <dgm:pt modelId="{DF1E74D2-3115-465B-90C4-399123BCC615}" type="pres">
      <dgm:prSet presAssocID="{E96F32B2-936C-4C04-96B2-23442E40F249}" presName="dstNode" presStyleLbl="node1" presStyleIdx="0" presStyleCnt="3"/>
      <dgm:spPr/>
    </dgm:pt>
    <dgm:pt modelId="{1C72E985-EDD4-4939-B770-E72C4960DB2B}" type="pres">
      <dgm:prSet presAssocID="{A5A97F3F-E973-43C2-B295-2F87FDBE3532}" presName="text_1" presStyleLbl="node1" presStyleIdx="0" presStyleCnt="3">
        <dgm:presLayoutVars>
          <dgm:bulletEnabled val="1"/>
        </dgm:presLayoutVars>
      </dgm:prSet>
      <dgm:spPr/>
    </dgm:pt>
    <dgm:pt modelId="{22BC0AA6-B260-4CBF-82D4-E93A7CA243A4}" type="pres">
      <dgm:prSet presAssocID="{A5A97F3F-E973-43C2-B295-2F87FDBE3532}" presName="accent_1" presStyleCnt="0"/>
      <dgm:spPr/>
    </dgm:pt>
    <dgm:pt modelId="{C0EBFE18-BCC1-4302-BD2A-C0080E9E1222}" type="pres">
      <dgm:prSet presAssocID="{A5A97F3F-E973-43C2-B295-2F87FDBE3532}" presName="accentRepeatNode" presStyleLbl="solidFgAcc1" presStyleIdx="0" presStyleCnt="3"/>
      <dgm:spPr/>
    </dgm:pt>
    <dgm:pt modelId="{E35F2A87-7A35-4D1C-8694-1B68F3A356A0}" type="pres">
      <dgm:prSet presAssocID="{04D073C3-8B6B-413B-B357-8FF4848742AA}" presName="text_2" presStyleLbl="node1" presStyleIdx="1" presStyleCnt="3">
        <dgm:presLayoutVars>
          <dgm:bulletEnabled val="1"/>
        </dgm:presLayoutVars>
      </dgm:prSet>
      <dgm:spPr/>
    </dgm:pt>
    <dgm:pt modelId="{DEF71E49-FEDB-4CF3-BC45-2BF38A2D79DF}" type="pres">
      <dgm:prSet presAssocID="{04D073C3-8B6B-413B-B357-8FF4848742AA}" presName="accent_2" presStyleCnt="0"/>
      <dgm:spPr/>
    </dgm:pt>
    <dgm:pt modelId="{D1F17CD7-4BCA-4167-94CF-576EC1D66BE5}" type="pres">
      <dgm:prSet presAssocID="{04D073C3-8B6B-413B-B357-8FF4848742AA}" presName="accentRepeatNode" presStyleLbl="solidFgAcc1" presStyleIdx="1" presStyleCnt="3"/>
      <dgm:spPr/>
    </dgm:pt>
    <dgm:pt modelId="{60A24F5A-2BB6-46A7-B0BC-8F8295FF3FBB}" type="pres">
      <dgm:prSet presAssocID="{D3FF2699-ED64-41EC-A500-0B33F18D0613}" presName="text_3" presStyleLbl="node1" presStyleIdx="2" presStyleCnt="3">
        <dgm:presLayoutVars>
          <dgm:bulletEnabled val="1"/>
        </dgm:presLayoutVars>
      </dgm:prSet>
      <dgm:spPr/>
    </dgm:pt>
    <dgm:pt modelId="{109F9AEC-67B2-40DA-8958-93ADF5249A20}" type="pres">
      <dgm:prSet presAssocID="{D3FF2699-ED64-41EC-A500-0B33F18D0613}" presName="accent_3" presStyleCnt="0"/>
      <dgm:spPr/>
    </dgm:pt>
    <dgm:pt modelId="{C226D15F-FC8A-4C69-8878-BF3556862FB8}" type="pres">
      <dgm:prSet presAssocID="{D3FF2699-ED64-41EC-A500-0B33F18D0613}" presName="accentRepeatNode" presStyleLbl="solidFgAcc1" presStyleIdx="2" presStyleCnt="3"/>
      <dgm:spPr/>
    </dgm:pt>
  </dgm:ptLst>
  <dgm:cxnLst>
    <dgm:cxn modelId="{B3D80F0D-493A-4BA8-B311-403C8F1B24F0}" type="presOf" srcId="{04D073C3-8B6B-413B-B357-8FF4848742AA}" destId="{E35F2A87-7A35-4D1C-8694-1B68F3A356A0}" srcOrd="0" destOrd="0" presId="urn:microsoft.com/office/officeart/2008/layout/VerticalCurvedList"/>
    <dgm:cxn modelId="{4E7CA319-9615-4343-AF45-6CAAADC71A1E}" type="presOf" srcId="{8F992896-88DA-4CE1-88F3-613E538DB763}" destId="{54ACBBDE-2A4F-4987-B370-DCCE96DC19EF}" srcOrd="0" destOrd="0" presId="urn:microsoft.com/office/officeart/2008/layout/VerticalCurvedList"/>
    <dgm:cxn modelId="{43C96D3E-6B8F-410C-99DF-4ECCDC7C0B35}" type="presOf" srcId="{A5A97F3F-E973-43C2-B295-2F87FDBE3532}" destId="{1C72E985-EDD4-4939-B770-E72C4960DB2B}" srcOrd="0" destOrd="0" presId="urn:microsoft.com/office/officeart/2008/layout/VerticalCurvedList"/>
    <dgm:cxn modelId="{1C1BC960-FD04-4F0B-8C15-1D45401014E4}" type="presOf" srcId="{D3FF2699-ED64-41EC-A500-0B33F18D0613}" destId="{60A24F5A-2BB6-46A7-B0BC-8F8295FF3FBB}" srcOrd="0" destOrd="0" presId="urn:microsoft.com/office/officeart/2008/layout/VerticalCurvedList"/>
    <dgm:cxn modelId="{7BDEEABD-83CD-4023-B91A-59370157F955}" srcId="{E96F32B2-936C-4C04-96B2-23442E40F249}" destId="{A5A97F3F-E973-43C2-B295-2F87FDBE3532}" srcOrd="0" destOrd="0" parTransId="{301B1980-1D6F-4073-A86F-F4AD05BFC2DC}" sibTransId="{8F992896-88DA-4CE1-88F3-613E538DB763}"/>
    <dgm:cxn modelId="{F2CCC6C1-1AEF-4F05-AE05-EC4F266208C2}" srcId="{E96F32B2-936C-4C04-96B2-23442E40F249}" destId="{04D073C3-8B6B-413B-B357-8FF4848742AA}" srcOrd="1" destOrd="0" parTransId="{72BB554E-1FF3-42B3-8E05-16FDBDD0CC5B}" sibTransId="{131B83B1-B9E5-44F9-9094-96E7877C1EAE}"/>
    <dgm:cxn modelId="{DC4AF7E8-4538-4F70-9FAC-C140D03B6F45}" srcId="{E96F32B2-936C-4C04-96B2-23442E40F249}" destId="{D3FF2699-ED64-41EC-A500-0B33F18D0613}" srcOrd="2" destOrd="0" parTransId="{BEE47B55-C98A-4047-A810-10EB3C009D90}" sibTransId="{B66A012A-2ADA-4936-91D0-9ED324B6ABF6}"/>
    <dgm:cxn modelId="{8DAC43F3-34E6-4782-8FB4-5A68E4F6F1E4}" type="presOf" srcId="{E96F32B2-936C-4C04-96B2-23442E40F249}" destId="{E9391078-0376-49BB-96A9-5C1A394B6850}" srcOrd="0" destOrd="0" presId="urn:microsoft.com/office/officeart/2008/layout/VerticalCurvedList"/>
    <dgm:cxn modelId="{9C1006A6-0F1A-4847-915B-D3E8FB42E0A4}" type="presParOf" srcId="{E9391078-0376-49BB-96A9-5C1A394B6850}" destId="{222DFDFD-B0C1-42B0-8D25-7AB66295DCB6}" srcOrd="0" destOrd="0" presId="urn:microsoft.com/office/officeart/2008/layout/VerticalCurvedList"/>
    <dgm:cxn modelId="{7FDE9C3D-1177-465F-853B-566E678A12DA}" type="presParOf" srcId="{222DFDFD-B0C1-42B0-8D25-7AB66295DCB6}" destId="{23DF0B8B-8A47-475D-96C0-820280D1140F}" srcOrd="0" destOrd="0" presId="urn:microsoft.com/office/officeart/2008/layout/VerticalCurvedList"/>
    <dgm:cxn modelId="{E1B19A2D-5207-46CD-975F-4A1F7E297785}" type="presParOf" srcId="{23DF0B8B-8A47-475D-96C0-820280D1140F}" destId="{15904852-9A00-459B-A099-45971095D3B1}" srcOrd="0" destOrd="0" presId="urn:microsoft.com/office/officeart/2008/layout/VerticalCurvedList"/>
    <dgm:cxn modelId="{2F3A28E4-AD35-4B80-B2E5-99C1077F64DC}" type="presParOf" srcId="{23DF0B8B-8A47-475D-96C0-820280D1140F}" destId="{54ACBBDE-2A4F-4987-B370-DCCE96DC19EF}" srcOrd="1" destOrd="0" presId="urn:microsoft.com/office/officeart/2008/layout/VerticalCurvedList"/>
    <dgm:cxn modelId="{9523AB13-A8E1-4360-A4AE-9233E4B9E636}" type="presParOf" srcId="{23DF0B8B-8A47-475D-96C0-820280D1140F}" destId="{066BBE74-4C39-4BD9-A53E-4308DA8C8E92}" srcOrd="2" destOrd="0" presId="urn:microsoft.com/office/officeart/2008/layout/VerticalCurvedList"/>
    <dgm:cxn modelId="{850C9410-8846-4589-BB4E-4472D418DD11}" type="presParOf" srcId="{23DF0B8B-8A47-475D-96C0-820280D1140F}" destId="{DF1E74D2-3115-465B-90C4-399123BCC615}" srcOrd="3" destOrd="0" presId="urn:microsoft.com/office/officeart/2008/layout/VerticalCurvedList"/>
    <dgm:cxn modelId="{B57A3E4D-8EA8-4F42-810A-19053777AB4E}" type="presParOf" srcId="{222DFDFD-B0C1-42B0-8D25-7AB66295DCB6}" destId="{1C72E985-EDD4-4939-B770-E72C4960DB2B}" srcOrd="1" destOrd="0" presId="urn:microsoft.com/office/officeart/2008/layout/VerticalCurvedList"/>
    <dgm:cxn modelId="{C41BC8FD-C7FD-4437-94BD-3A6F38E62F1B}" type="presParOf" srcId="{222DFDFD-B0C1-42B0-8D25-7AB66295DCB6}" destId="{22BC0AA6-B260-4CBF-82D4-E93A7CA243A4}" srcOrd="2" destOrd="0" presId="urn:microsoft.com/office/officeart/2008/layout/VerticalCurvedList"/>
    <dgm:cxn modelId="{3503FC26-CF88-465A-BD4C-72C6F63759B8}" type="presParOf" srcId="{22BC0AA6-B260-4CBF-82D4-E93A7CA243A4}" destId="{C0EBFE18-BCC1-4302-BD2A-C0080E9E1222}" srcOrd="0" destOrd="0" presId="urn:microsoft.com/office/officeart/2008/layout/VerticalCurvedList"/>
    <dgm:cxn modelId="{E26EFCC0-94A5-4E75-8D7B-CEFC32EE249D}" type="presParOf" srcId="{222DFDFD-B0C1-42B0-8D25-7AB66295DCB6}" destId="{E35F2A87-7A35-4D1C-8694-1B68F3A356A0}" srcOrd="3" destOrd="0" presId="urn:microsoft.com/office/officeart/2008/layout/VerticalCurvedList"/>
    <dgm:cxn modelId="{04F305C0-6768-4AC2-9E8E-03AD4DFE555C}" type="presParOf" srcId="{222DFDFD-B0C1-42B0-8D25-7AB66295DCB6}" destId="{DEF71E49-FEDB-4CF3-BC45-2BF38A2D79DF}" srcOrd="4" destOrd="0" presId="urn:microsoft.com/office/officeart/2008/layout/VerticalCurvedList"/>
    <dgm:cxn modelId="{A41F5D12-1E51-4FC0-8EDD-6355089F9374}" type="presParOf" srcId="{DEF71E49-FEDB-4CF3-BC45-2BF38A2D79DF}" destId="{D1F17CD7-4BCA-4167-94CF-576EC1D66BE5}" srcOrd="0" destOrd="0" presId="urn:microsoft.com/office/officeart/2008/layout/VerticalCurvedList"/>
    <dgm:cxn modelId="{DF1E49B0-966D-4C63-9C09-FE23343002EC}" type="presParOf" srcId="{222DFDFD-B0C1-42B0-8D25-7AB66295DCB6}" destId="{60A24F5A-2BB6-46A7-B0BC-8F8295FF3FBB}" srcOrd="5" destOrd="0" presId="urn:microsoft.com/office/officeart/2008/layout/VerticalCurvedList"/>
    <dgm:cxn modelId="{BBFAE7BF-6D84-47BB-9C88-0D201124E185}" type="presParOf" srcId="{222DFDFD-B0C1-42B0-8D25-7AB66295DCB6}" destId="{109F9AEC-67B2-40DA-8958-93ADF5249A20}" srcOrd="6" destOrd="0" presId="urn:microsoft.com/office/officeart/2008/layout/VerticalCurvedList"/>
    <dgm:cxn modelId="{634DD97F-D28C-4E43-BA61-14E2AF1B362C}" type="presParOf" srcId="{109F9AEC-67B2-40DA-8958-93ADF5249A20}" destId="{C226D15F-FC8A-4C69-8878-BF3556862FB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7443ED2-2A44-4760-B74C-A9E4A371A114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F5C96E62-434C-4912-AC8D-79E2A0E03306}">
      <dgm:prSet phldrT="[Testo]"/>
      <dgm:spPr/>
      <dgm:t>
        <a:bodyPr/>
        <a:lstStyle/>
        <a:p>
          <a:r>
            <a:rPr lang="en-US" b="1" i="0" dirty="0"/>
            <a:t>I</a:t>
          </a:r>
          <a:r>
            <a:rPr lang="en-US" b="0" i="0" dirty="0"/>
            <a:t>s used to understand</a:t>
          </a:r>
          <a:r>
            <a:rPr lang="en-US" b="0" i="1" dirty="0"/>
            <a:t> </a:t>
          </a:r>
          <a:r>
            <a:rPr lang="en-US" b="0" i="0" dirty="0"/>
            <a:t>the strength of the relationship between two variables. </a:t>
          </a:r>
          <a:endParaRPr lang="it-IT" b="0" dirty="0"/>
        </a:p>
      </dgm:t>
    </dgm:pt>
    <dgm:pt modelId="{3087033F-7942-4AD2-B9D2-78DF85A98BF7}" type="parTrans" cxnId="{BD3158D5-D720-4796-9B21-7C5287E46EA9}">
      <dgm:prSet/>
      <dgm:spPr/>
      <dgm:t>
        <a:bodyPr/>
        <a:lstStyle/>
        <a:p>
          <a:endParaRPr lang="it-IT"/>
        </a:p>
      </dgm:t>
    </dgm:pt>
    <dgm:pt modelId="{1043EF97-C35E-4725-9B45-5EC74B404E19}" type="sibTrans" cxnId="{BD3158D5-D720-4796-9B21-7C5287E46EA9}">
      <dgm:prSet/>
      <dgm:spPr/>
      <dgm:t>
        <a:bodyPr/>
        <a:lstStyle/>
        <a:p>
          <a:endParaRPr lang="it-IT"/>
        </a:p>
      </dgm:t>
    </dgm:pt>
    <dgm:pt modelId="{3896C74A-BAE6-4387-BE39-AD1F659794D9}">
      <dgm:prSet phldrT="[Testo]"/>
      <dgm:spPr/>
      <dgm:t>
        <a:bodyPr/>
        <a:lstStyle/>
        <a:p>
          <a:r>
            <a:rPr lang="en-US" b="0" i="0" dirty="0"/>
            <a:t>In addition, your variables should have a similar spread across their individual ranges.</a:t>
          </a:r>
          <a:endParaRPr lang="it-IT" b="0" dirty="0"/>
        </a:p>
      </dgm:t>
    </dgm:pt>
    <dgm:pt modelId="{38DD627E-D57B-4C05-842B-C72B477ADC92}" type="parTrans" cxnId="{6F73F859-0833-4DDB-A29C-F6CF877E98E8}">
      <dgm:prSet/>
      <dgm:spPr/>
      <dgm:t>
        <a:bodyPr/>
        <a:lstStyle/>
        <a:p>
          <a:endParaRPr lang="it-IT"/>
        </a:p>
      </dgm:t>
    </dgm:pt>
    <dgm:pt modelId="{FC5F431D-C7C4-40A8-980F-D95F200D97E6}" type="sibTrans" cxnId="{6F73F859-0833-4DDB-A29C-F6CF877E98E8}">
      <dgm:prSet/>
      <dgm:spPr/>
      <dgm:t>
        <a:bodyPr/>
        <a:lstStyle/>
        <a:p>
          <a:endParaRPr lang="it-IT"/>
        </a:p>
      </dgm:t>
    </dgm:pt>
    <dgm:pt modelId="{A2ABF0C8-FB09-44F8-A75E-318E84C3977F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b="0" i="0" dirty="0"/>
            <a:t>Should be continuous</a:t>
          </a:r>
          <a:endParaRPr lang="it-IT" b="0" dirty="0"/>
        </a:p>
      </dgm:t>
    </dgm:pt>
    <dgm:pt modelId="{75748E09-29FD-4116-AA93-9F6EC829FFF8}" type="parTrans" cxnId="{C9515247-AF27-421E-A8F3-250B6ECEAC1E}">
      <dgm:prSet/>
      <dgm:spPr/>
      <dgm:t>
        <a:bodyPr/>
        <a:lstStyle/>
        <a:p>
          <a:endParaRPr lang="it-IT"/>
        </a:p>
      </dgm:t>
    </dgm:pt>
    <dgm:pt modelId="{8E6E571F-8AAA-41E8-8659-4232D205CDEC}" type="sibTrans" cxnId="{C9515247-AF27-421E-A8F3-250B6ECEAC1E}">
      <dgm:prSet/>
      <dgm:spPr/>
      <dgm:t>
        <a:bodyPr/>
        <a:lstStyle/>
        <a:p>
          <a:endParaRPr lang="it-IT"/>
        </a:p>
      </dgm:t>
    </dgm:pt>
    <dgm:pt modelId="{68B0FCEC-E3E9-46AD-9924-00EC941E74AB}">
      <dgm:prSet phldrT="[Testo]"/>
      <dgm:spPr/>
      <dgm:t>
        <a:bodyPr/>
        <a:lstStyle/>
        <a:p>
          <a:pPr>
            <a:buNone/>
          </a:pPr>
          <a:r>
            <a:rPr lang="en-US" b="0" i="0" dirty="0"/>
            <a:t>Your variables of interest are:</a:t>
          </a:r>
        </a:p>
      </dgm:t>
    </dgm:pt>
    <dgm:pt modelId="{5D3CC274-7241-4897-AD79-1EBC8AD8CB63}" type="sibTrans" cxnId="{A46B442E-F8D1-499D-B575-CB49B03471E6}">
      <dgm:prSet/>
      <dgm:spPr/>
      <dgm:t>
        <a:bodyPr/>
        <a:lstStyle/>
        <a:p>
          <a:endParaRPr lang="it-IT"/>
        </a:p>
      </dgm:t>
    </dgm:pt>
    <dgm:pt modelId="{92C7F95C-03D7-4D93-8DFE-A6FF467B50B0}" type="parTrans" cxnId="{A46B442E-F8D1-499D-B575-CB49B03471E6}">
      <dgm:prSet/>
      <dgm:spPr/>
      <dgm:t>
        <a:bodyPr/>
        <a:lstStyle/>
        <a:p>
          <a:endParaRPr lang="it-IT"/>
        </a:p>
      </dgm:t>
    </dgm:pt>
    <dgm:pt modelId="{C1445F75-23A8-405D-BC83-0D740F435260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b="0" i="0" dirty="0"/>
            <a:t>Be normally distributed</a:t>
          </a:r>
          <a:endParaRPr lang="it-IT" b="0" dirty="0"/>
        </a:p>
      </dgm:t>
    </dgm:pt>
    <dgm:pt modelId="{A5700229-A900-43ED-A5E4-A4E634283262}" type="parTrans" cxnId="{E341BCFF-2B52-48EC-A9ED-DE27D125482B}">
      <dgm:prSet/>
      <dgm:spPr/>
      <dgm:t>
        <a:bodyPr/>
        <a:lstStyle/>
        <a:p>
          <a:endParaRPr lang="it-IT"/>
        </a:p>
      </dgm:t>
    </dgm:pt>
    <dgm:pt modelId="{B4E97AB2-0E8F-4816-8A20-546E45FD7637}" type="sibTrans" cxnId="{E341BCFF-2B52-48EC-A9ED-DE27D125482B}">
      <dgm:prSet/>
      <dgm:spPr/>
      <dgm:t>
        <a:bodyPr/>
        <a:lstStyle/>
        <a:p>
          <a:endParaRPr lang="it-IT"/>
        </a:p>
      </dgm:t>
    </dgm:pt>
    <dgm:pt modelId="{DAD171D9-2FFC-4762-8976-16429C9CC742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b="0" i="0" dirty="0"/>
            <a:t>Be linearly related</a:t>
          </a:r>
          <a:endParaRPr lang="it-IT" b="0" dirty="0"/>
        </a:p>
      </dgm:t>
    </dgm:pt>
    <dgm:pt modelId="{7CDBFE91-CA8C-41F5-9344-CF3532E8B642}" type="parTrans" cxnId="{0005817D-486A-442A-B971-3472258B3A53}">
      <dgm:prSet/>
      <dgm:spPr/>
      <dgm:t>
        <a:bodyPr/>
        <a:lstStyle/>
        <a:p>
          <a:endParaRPr lang="it-IT"/>
        </a:p>
      </dgm:t>
    </dgm:pt>
    <dgm:pt modelId="{B3C00130-C7AB-4DC6-B724-7F39B983CC80}" type="sibTrans" cxnId="{0005817D-486A-442A-B971-3472258B3A53}">
      <dgm:prSet/>
      <dgm:spPr/>
      <dgm:t>
        <a:bodyPr/>
        <a:lstStyle/>
        <a:p>
          <a:endParaRPr lang="it-IT"/>
        </a:p>
      </dgm:t>
    </dgm:pt>
    <dgm:pt modelId="{9D3301DE-E28E-417B-ACF5-9B1E9C5C67A6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b="0" i="0" dirty="0"/>
            <a:t>Be outlier free. </a:t>
          </a:r>
          <a:endParaRPr lang="it-IT" b="0" dirty="0"/>
        </a:p>
      </dgm:t>
    </dgm:pt>
    <dgm:pt modelId="{21D119EB-4C70-49A2-90ED-437E9556329D}" type="parTrans" cxnId="{8208A2E2-2747-4E5F-976E-DC3C58361F69}">
      <dgm:prSet/>
      <dgm:spPr/>
      <dgm:t>
        <a:bodyPr/>
        <a:lstStyle/>
        <a:p>
          <a:endParaRPr lang="it-IT"/>
        </a:p>
      </dgm:t>
    </dgm:pt>
    <dgm:pt modelId="{8A31D0BC-9A5D-45E3-95F7-6DE6C1E33162}" type="sibTrans" cxnId="{8208A2E2-2747-4E5F-976E-DC3C58361F69}">
      <dgm:prSet/>
      <dgm:spPr/>
      <dgm:t>
        <a:bodyPr/>
        <a:lstStyle/>
        <a:p>
          <a:endParaRPr lang="it-IT"/>
        </a:p>
      </dgm:t>
    </dgm:pt>
    <dgm:pt modelId="{4F29CBD7-F003-4BAF-AD13-741F84983DFD}" type="pres">
      <dgm:prSet presAssocID="{C7443ED2-2A44-4760-B74C-A9E4A371A114}" presName="diagram" presStyleCnt="0">
        <dgm:presLayoutVars>
          <dgm:dir/>
          <dgm:resizeHandles val="exact"/>
        </dgm:presLayoutVars>
      </dgm:prSet>
      <dgm:spPr/>
    </dgm:pt>
    <dgm:pt modelId="{BF980F98-B084-48B7-95A2-8D2CB29A586A}" type="pres">
      <dgm:prSet presAssocID="{F5C96E62-434C-4912-AC8D-79E2A0E03306}" presName="node" presStyleLbl="node1" presStyleIdx="0" presStyleCnt="3">
        <dgm:presLayoutVars>
          <dgm:bulletEnabled val="1"/>
        </dgm:presLayoutVars>
      </dgm:prSet>
      <dgm:spPr/>
    </dgm:pt>
    <dgm:pt modelId="{5F3346F6-6F25-49A5-9EFC-2FBC7230F152}" type="pres">
      <dgm:prSet presAssocID="{1043EF97-C35E-4725-9B45-5EC74B404E19}" presName="sibTrans" presStyleCnt="0"/>
      <dgm:spPr/>
    </dgm:pt>
    <dgm:pt modelId="{24864318-4E2F-4A9F-B928-B2514ADCB86A}" type="pres">
      <dgm:prSet presAssocID="{68B0FCEC-E3E9-46AD-9924-00EC941E74AB}" presName="node" presStyleLbl="node1" presStyleIdx="1" presStyleCnt="3" custScaleX="111694">
        <dgm:presLayoutVars>
          <dgm:bulletEnabled val="1"/>
        </dgm:presLayoutVars>
      </dgm:prSet>
      <dgm:spPr/>
    </dgm:pt>
    <dgm:pt modelId="{D22209A1-9216-4659-BD6B-0E7CC01950AA}" type="pres">
      <dgm:prSet presAssocID="{5D3CC274-7241-4897-AD79-1EBC8AD8CB63}" presName="sibTrans" presStyleCnt="0"/>
      <dgm:spPr/>
    </dgm:pt>
    <dgm:pt modelId="{A7C00FBB-9E41-42BC-A4A0-5F038D98A8C4}" type="pres">
      <dgm:prSet presAssocID="{3896C74A-BAE6-4387-BE39-AD1F659794D9}" presName="node" presStyleLbl="node1" presStyleIdx="2" presStyleCnt="3">
        <dgm:presLayoutVars>
          <dgm:bulletEnabled val="1"/>
        </dgm:presLayoutVars>
      </dgm:prSet>
      <dgm:spPr/>
    </dgm:pt>
  </dgm:ptLst>
  <dgm:cxnLst>
    <dgm:cxn modelId="{8E74C00A-CF41-4F18-B98F-76089AA11203}" type="presOf" srcId="{C1445F75-23A8-405D-BC83-0D740F435260}" destId="{24864318-4E2F-4A9F-B928-B2514ADCB86A}" srcOrd="0" destOrd="2" presId="urn:microsoft.com/office/officeart/2005/8/layout/default"/>
    <dgm:cxn modelId="{223BAB2D-914D-49D3-A1CE-2AAE7EBCF45A}" type="presOf" srcId="{68B0FCEC-E3E9-46AD-9924-00EC941E74AB}" destId="{24864318-4E2F-4A9F-B928-B2514ADCB86A}" srcOrd="0" destOrd="0" presId="urn:microsoft.com/office/officeart/2005/8/layout/default"/>
    <dgm:cxn modelId="{A46B442E-F8D1-499D-B575-CB49B03471E6}" srcId="{C7443ED2-2A44-4760-B74C-A9E4A371A114}" destId="{68B0FCEC-E3E9-46AD-9924-00EC941E74AB}" srcOrd="1" destOrd="0" parTransId="{92C7F95C-03D7-4D93-8DFE-A6FF467B50B0}" sibTransId="{5D3CC274-7241-4897-AD79-1EBC8AD8CB63}"/>
    <dgm:cxn modelId="{F4A2F640-2CCB-4F05-811B-1633C80C149B}" type="presOf" srcId="{C7443ED2-2A44-4760-B74C-A9E4A371A114}" destId="{4F29CBD7-F003-4BAF-AD13-741F84983DFD}" srcOrd="0" destOrd="0" presId="urn:microsoft.com/office/officeart/2005/8/layout/default"/>
    <dgm:cxn modelId="{078F2F65-C89F-4FBC-95A8-BE5745EDD11D}" type="presOf" srcId="{A2ABF0C8-FB09-44F8-A75E-318E84C3977F}" destId="{24864318-4E2F-4A9F-B928-B2514ADCB86A}" srcOrd="0" destOrd="1" presId="urn:microsoft.com/office/officeart/2005/8/layout/default"/>
    <dgm:cxn modelId="{C9515247-AF27-421E-A8F3-250B6ECEAC1E}" srcId="{68B0FCEC-E3E9-46AD-9924-00EC941E74AB}" destId="{A2ABF0C8-FB09-44F8-A75E-318E84C3977F}" srcOrd="0" destOrd="0" parTransId="{75748E09-29FD-4116-AA93-9F6EC829FFF8}" sibTransId="{8E6E571F-8AAA-41E8-8659-4232D205CDEC}"/>
    <dgm:cxn modelId="{16B2A670-A22F-4103-8F3F-06EF01FB4488}" type="presOf" srcId="{3896C74A-BAE6-4387-BE39-AD1F659794D9}" destId="{A7C00FBB-9E41-42BC-A4A0-5F038D98A8C4}" srcOrd="0" destOrd="0" presId="urn:microsoft.com/office/officeart/2005/8/layout/default"/>
    <dgm:cxn modelId="{6F73F859-0833-4DDB-A29C-F6CF877E98E8}" srcId="{C7443ED2-2A44-4760-B74C-A9E4A371A114}" destId="{3896C74A-BAE6-4387-BE39-AD1F659794D9}" srcOrd="2" destOrd="0" parTransId="{38DD627E-D57B-4C05-842B-C72B477ADC92}" sibTransId="{FC5F431D-C7C4-40A8-980F-D95F200D97E6}"/>
    <dgm:cxn modelId="{0005817D-486A-442A-B971-3472258B3A53}" srcId="{68B0FCEC-E3E9-46AD-9924-00EC941E74AB}" destId="{DAD171D9-2FFC-4762-8976-16429C9CC742}" srcOrd="2" destOrd="0" parTransId="{7CDBFE91-CA8C-41F5-9344-CF3532E8B642}" sibTransId="{B3C00130-C7AB-4DC6-B724-7F39B983CC80}"/>
    <dgm:cxn modelId="{CA846385-C254-421F-9F18-451E1D4420E2}" type="presOf" srcId="{F5C96E62-434C-4912-AC8D-79E2A0E03306}" destId="{BF980F98-B084-48B7-95A2-8D2CB29A586A}" srcOrd="0" destOrd="0" presId="urn:microsoft.com/office/officeart/2005/8/layout/default"/>
    <dgm:cxn modelId="{9FDC62A2-75C5-44E6-AEB6-9930CC700F87}" type="presOf" srcId="{DAD171D9-2FFC-4762-8976-16429C9CC742}" destId="{24864318-4E2F-4A9F-B928-B2514ADCB86A}" srcOrd="0" destOrd="3" presId="urn:microsoft.com/office/officeart/2005/8/layout/default"/>
    <dgm:cxn modelId="{330DB8A5-8433-45AB-91B3-501F9F48F6A8}" type="presOf" srcId="{9D3301DE-E28E-417B-ACF5-9B1E9C5C67A6}" destId="{24864318-4E2F-4A9F-B928-B2514ADCB86A}" srcOrd="0" destOrd="4" presId="urn:microsoft.com/office/officeart/2005/8/layout/default"/>
    <dgm:cxn modelId="{BD3158D5-D720-4796-9B21-7C5287E46EA9}" srcId="{C7443ED2-2A44-4760-B74C-A9E4A371A114}" destId="{F5C96E62-434C-4912-AC8D-79E2A0E03306}" srcOrd="0" destOrd="0" parTransId="{3087033F-7942-4AD2-B9D2-78DF85A98BF7}" sibTransId="{1043EF97-C35E-4725-9B45-5EC74B404E19}"/>
    <dgm:cxn modelId="{8208A2E2-2747-4E5F-976E-DC3C58361F69}" srcId="{68B0FCEC-E3E9-46AD-9924-00EC941E74AB}" destId="{9D3301DE-E28E-417B-ACF5-9B1E9C5C67A6}" srcOrd="3" destOrd="0" parTransId="{21D119EB-4C70-49A2-90ED-437E9556329D}" sibTransId="{8A31D0BC-9A5D-45E3-95F7-6DE6C1E33162}"/>
    <dgm:cxn modelId="{E341BCFF-2B52-48EC-A9ED-DE27D125482B}" srcId="{68B0FCEC-E3E9-46AD-9924-00EC941E74AB}" destId="{C1445F75-23A8-405D-BC83-0D740F435260}" srcOrd="1" destOrd="0" parTransId="{A5700229-A900-43ED-A5E4-A4E634283262}" sibTransId="{B4E97AB2-0E8F-4816-8A20-546E45FD7637}"/>
    <dgm:cxn modelId="{F037B803-2629-4427-BD77-7E7030B79AF5}" type="presParOf" srcId="{4F29CBD7-F003-4BAF-AD13-741F84983DFD}" destId="{BF980F98-B084-48B7-95A2-8D2CB29A586A}" srcOrd="0" destOrd="0" presId="urn:microsoft.com/office/officeart/2005/8/layout/default"/>
    <dgm:cxn modelId="{509929A3-9E09-42FB-AEA6-A04C7CE09FC7}" type="presParOf" srcId="{4F29CBD7-F003-4BAF-AD13-741F84983DFD}" destId="{5F3346F6-6F25-49A5-9EFC-2FBC7230F152}" srcOrd="1" destOrd="0" presId="urn:microsoft.com/office/officeart/2005/8/layout/default"/>
    <dgm:cxn modelId="{08B0A2E9-7140-4690-9718-56C1BC585359}" type="presParOf" srcId="{4F29CBD7-F003-4BAF-AD13-741F84983DFD}" destId="{24864318-4E2F-4A9F-B928-B2514ADCB86A}" srcOrd="2" destOrd="0" presId="urn:microsoft.com/office/officeart/2005/8/layout/default"/>
    <dgm:cxn modelId="{C3ADAE56-94EE-49FD-BE89-BB44BE9D2D8A}" type="presParOf" srcId="{4F29CBD7-F003-4BAF-AD13-741F84983DFD}" destId="{D22209A1-9216-4659-BD6B-0E7CC01950AA}" srcOrd="3" destOrd="0" presId="urn:microsoft.com/office/officeart/2005/8/layout/default"/>
    <dgm:cxn modelId="{06C810CF-5D2F-4963-A019-665C0F5DD1F1}" type="presParOf" srcId="{4F29CBD7-F003-4BAF-AD13-741F84983DFD}" destId="{A7C00FBB-9E41-42BC-A4A0-5F038D98A8C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7443ED2-2A44-4760-B74C-A9E4A371A114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F5C96E62-434C-4912-AC8D-79E2A0E03306}">
      <dgm:prSet phldrT="[Testo]"/>
      <dgm:spPr/>
      <dgm:t>
        <a:bodyPr/>
        <a:lstStyle/>
        <a:p>
          <a:r>
            <a:rPr lang="en-US" b="0" dirty="0"/>
            <a:t>Measures the similarity </a:t>
          </a:r>
          <a:r>
            <a:rPr lang="en-US" b="0" dirty="0" err="1"/>
            <a:t>beetwen</a:t>
          </a:r>
          <a:r>
            <a:rPr lang="en-US" b="0" dirty="0"/>
            <a:t> user active </a:t>
          </a:r>
          <a:r>
            <a:rPr lang="en-US" b="0" i="1" dirty="0"/>
            <a:t>"a"</a:t>
          </a:r>
          <a:r>
            <a:rPr lang="en-US" b="0" dirty="0"/>
            <a:t> and generic user </a:t>
          </a:r>
          <a:r>
            <a:rPr lang="en-US" b="0" i="1" dirty="0"/>
            <a:t>"u”</a:t>
          </a:r>
          <a:endParaRPr lang="it-IT" b="0" i="1" dirty="0"/>
        </a:p>
      </dgm:t>
    </dgm:pt>
    <dgm:pt modelId="{3087033F-7942-4AD2-B9D2-78DF85A98BF7}" type="parTrans" cxnId="{BD3158D5-D720-4796-9B21-7C5287E46EA9}">
      <dgm:prSet/>
      <dgm:spPr/>
      <dgm:t>
        <a:bodyPr/>
        <a:lstStyle/>
        <a:p>
          <a:endParaRPr lang="it-IT"/>
        </a:p>
      </dgm:t>
    </dgm:pt>
    <dgm:pt modelId="{1043EF97-C35E-4725-9B45-5EC74B404E19}" type="sibTrans" cxnId="{BD3158D5-D720-4796-9B21-7C5287E46EA9}">
      <dgm:prSet/>
      <dgm:spPr/>
      <dgm:t>
        <a:bodyPr/>
        <a:lstStyle/>
        <a:p>
          <a:endParaRPr lang="it-IT"/>
        </a:p>
      </dgm:t>
    </dgm:pt>
    <dgm:pt modelId="{F790EC04-4503-4270-9862-3AECDE7294E9}" type="pres">
      <dgm:prSet presAssocID="{C7443ED2-2A44-4760-B74C-A9E4A371A114}" presName="diagram" presStyleCnt="0">
        <dgm:presLayoutVars>
          <dgm:dir/>
          <dgm:resizeHandles val="exact"/>
        </dgm:presLayoutVars>
      </dgm:prSet>
      <dgm:spPr/>
    </dgm:pt>
    <dgm:pt modelId="{14436148-E064-4B21-BBCB-7EB80A660845}" type="pres">
      <dgm:prSet presAssocID="{F5C96E62-434C-4912-AC8D-79E2A0E03306}" presName="node" presStyleLbl="node1" presStyleIdx="0" presStyleCnt="1">
        <dgm:presLayoutVars>
          <dgm:bulletEnabled val="1"/>
        </dgm:presLayoutVars>
      </dgm:prSet>
      <dgm:spPr/>
    </dgm:pt>
  </dgm:ptLst>
  <dgm:cxnLst>
    <dgm:cxn modelId="{2C839B8C-7905-45BE-9ED4-9650256F94DA}" type="presOf" srcId="{C7443ED2-2A44-4760-B74C-A9E4A371A114}" destId="{F790EC04-4503-4270-9862-3AECDE7294E9}" srcOrd="0" destOrd="0" presId="urn:microsoft.com/office/officeart/2005/8/layout/default"/>
    <dgm:cxn modelId="{CB79F79C-07CF-4FD3-838A-1F76C5BD69C0}" type="presOf" srcId="{F5C96E62-434C-4912-AC8D-79E2A0E03306}" destId="{14436148-E064-4B21-BBCB-7EB80A660845}" srcOrd="0" destOrd="0" presId="urn:microsoft.com/office/officeart/2005/8/layout/default"/>
    <dgm:cxn modelId="{BD3158D5-D720-4796-9B21-7C5287E46EA9}" srcId="{C7443ED2-2A44-4760-B74C-A9E4A371A114}" destId="{F5C96E62-434C-4912-AC8D-79E2A0E03306}" srcOrd="0" destOrd="0" parTransId="{3087033F-7942-4AD2-B9D2-78DF85A98BF7}" sibTransId="{1043EF97-C35E-4725-9B45-5EC74B404E19}"/>
    <dgm:cxn modelId="{DEFE137B-F3D4-45F5-B7D0-5F2B1DE894E0}" type="presParOf" srcId="{F790EC04-4503-4270-9862-3AECDE7294E9}" destId="{14436148-E064-4B21-BBCB-7EB80A660845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7443ED2-2A44-4760-B74C-A9E4A371A114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9ADE003C-173C-4EB9-8097-ED4CB4D47FCB}">
      <dgm:prSet phldrT="[Testo]"/>
      <dgm:spPr/>
      <dgm:t>
        <a:bodyPr/>
        <a:lstStyle/>
        <a:p>
          <a:r>
            <a:rPr lang="en-US" b="0" dirty="0"/>
            <a:t>Weighted average of the difference between the neighborhood rating and their average rating</a:t>
          </a:r>
          <a:endParaRPr lang="it-IT" b="0" dirty="0"/>
        </a:p>
      </dgm:t>
    </dgm:pt>
    <dgm:pt modelId="{79C44349-54A8-4969-9103-9C699569B635}" type="parTrans" cxnId="{36685239-3A46-44BC-BC70-05A0E0183CED}">
      <dgm:prSet/>
      <dgm:spPr/>
      <dgm:t>
        <a:bodyPr/>
        <a:lstStyle/>
        <a:p>
          <a:endParaRPr lang="it-IT"/>
        </a:p>
      </dgm:t>
    </dgm:pt>
    <dgm:pt modelId="{E0C2F56D-61AD-4268-9248-B9ED3A3ED58C}" type="sibTrans" cxnId="{36685239-3A46-44BC-BC70-05A0E0183CED}">
      <dgm:prSet/>
      <dgm:spPr/>
      <dgm:t>
        <a:bodyPr/>
        <a:lstStyle/>
        <a:p>
          <a:endParaRPr lang="it-IT"/>
        </a:p>
      </dgm:t>
    </dgm:pt>
    <dgm:pt modelId="{0B1ACD19-D185-4019-824B-51F550E984D4}" type="pres">
      <dgm:prSet presAssocID="{C7443ED2-2A44-4760-B74C-A9E4A371A114}" presName="diagram" presStyleCnt="0">
        <dgm:presLayoutVars>
          <dgm:dir/>
          <dgm:resizeHandles val="exact"/>
        </dgm:presLayoutVars>
      </dgm:prSet>
      <dgm:spPr/>
    </dgm:pt>
    <dgm:pt modelId="{528D3D23-08CC-4B8A-82FE-BCB9625D46AB}" type="pres">
      <dgm:prSet presAssocID="{9ADE003C-173C-4EB9-8097-ED4CB4D47FCB}" presName="node" presStyleLbl="node1" presStyleIdx="0" presStyleCnt="1">
        <dgm:presLayoutVars>
          <dgm:bulletEnabled val="1"/>
        </dgm:presLayoutVars>
      </dgm:prSet>
      <dgm:spPr/>
    </dgm:pt>
  </dgm:ptLst>
  <dgm:cxnLst>
    <dgm:cxn modelId="{36685239-3A46-44BC-BC70-05A0E0183CED}" srcId="{C7443ED2-2A44-4760-B74C-A9E4A371A114}" destId="{9ADE003C-173C-4EB9-8097-ED4CB4D47FCB}" srcOrd="0" destOrd="0" parTransId="{79C44349-54A8-4969-9103-9C699569B635}" sibTransId="{E0C2F56D-61AD-4268-9248-B9ED3A3ED58C}"/>
    <dgm:cxn modelId="{DB1F5AAF-E3A3-4913-AE55-1CC65F7BE458}" type="presOf" srcId="{C7443ED2-2A44-4760-B74C-A9E4A371A114}" destId="{0B1ACD19-D185-4019-824B-51F550E984D4}" srcOrd="0" destOrd="0" presId="urn:microsoft.com/office/officeart/2005/8/layout/default"/>
    <dgm:cxn modelId="{C2DA86FB-8A22-4FC8-9958-E8C164176BFD}" type="presOf" srcId="{9ADE003C-173C-4EB9-8097-ED4CB4D47FCB}" destId="{528D3D23-08CC-4B8A-82FE-BCB9625D46AB}" srcOrd="0" destOrd="0" presId="urn:microsoft.com/office/officeart/2005/8/layout/default"/>
    <dgm:cxn modelId="{F5095832-5763-4804-876A-D6E417BFB2A0}" type="presParOf" srcId="{0B1ACD19-D185-4019-824B-51F550E984D4}" destId="{528D3D23-08CC-4B8A-82FE-BCB9625D46AB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BFF5AAC-FF2D-4F54-927E-968CEB6ACCE1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E97E6534-C856-4AB2-BBB6-E508DA2E8DAC}">
      <dgm:prSet phldrT="[Testo]"/>
      <dgm:spPr/>
      <dgm:t>
        <a:bodyPr/>
        <a:lstStyle/>
        <a:p>
          <a:r>
            <a:rPr lang="it-IT" dirty="0"/>
            <a:t>Matrix </a:t>
          </a:r>
          <a:r>
            <a:rPr lang="it-IT" dirty="0" err="1"/>
            <a:t>factorization</a:t>
          </a:r>
          <a:endParaRPr lang="it-IT" dirty="0"/>
        </a:p>
      </dgm:t>
    </dgm:pt>
    <dgm:pt modelId="{6F138A68-8070-47FC-8051-1BFB9BC6AFC0}" type="parTrans" cxnId="{82F1567E-604A-4E1A-9825-2C8B611E69A9}">
      <dgm:prSet/>
      <dgm:spPr/>
      <dgm:t>
        <a:bodyPr/>
        <a:lstStyle/>
        <a:p>
          <a:endParaRPr lang="it-IT"/>
        </a:p>
      </dgm:t>
    </dgm:pt>
    <dgm:pt modelId="{5405F2AA-BCB6-49A8-87F6-0092597BEEC0}" type="sibTrans" cxnId="{82F1567E-604A-4E1A-9825-2C8B611E69A9}">
      <dgm:prSet/>
      <dgm:spPr/>
      <dgm:t>
        <a:bodyPr/>
        <a:lstStyle/>
        <a:p>
          <a:endParaRPr lang="it-IT"/>
        </a:p>
      </dgm:t>
    </dgm:pt>
    <dgm:pt modelId="{D84F51FA-752B-43C1-ACC2-650BB20581B4}">
      <dgm:prSet phldrT="[Testo]"/>
      <dgm:spPr/>
      <dgm:t>
        <a:bodyPr/>
        <a:lstStyle/>
        <a:p>
          <a:r>
            <a:rPr lang="it-IT" dirty="0"/>
            <a:t>SVD – </a:t>
          </a:r>
          <a:r>
            <a:rPr lang="it-IT" i="1" dirty="0" err="1"/>
            <a:t>Singular</a:t>
          </a:r>
          <a:r>
            <a:rPr lang="it-IT" i="1" dirty="0"/>
            <a:t> </a:t>
          </a:r>
          <a:r>
            <a:rPr lang="it-IT" i="1" dirty="0" err="1"/>
            <a:t>value</a:t>
          </a:r>
          <a:r>
            <a:rPr lang="it-IT" i="1" dirty="0"/>
            <a:t> </a:t>
          </a:r>
          <a:r>
            <a:rPr lang="it-IT" i="1" dirty="0" err="1"/>
            <a:t>decomposition</a:t>
          </a:r>
          <a:r>
            <a:rPr lang="it-IT" i="1" dirty="0"/>
            <a:t> </a:t>
          </a:r>
          <a:r>
            <a:rPr lang="it-IT" i="1" dirty="0" err="1"/>
            <a:t>matrix</a:t>
          </a:r>
          <a:endParaRPr lang="it-IT" dirty="0"/>
        </a:p>
      </dgm:t>
    </dgm:pt>
    <dgm:pt modelId="{6AAE5FAD-60C4-4E4E-ADD1-997A20793B13}" type="parTrans" cxnId="{C872ABBE-C5EE-40D5-A437-A055BAA4372A}">
      <dgm:prSet/>
      <dgm:spPr/>
      <dgm:t>
        <a:bodyPr/>
        <a:lstStyle/>
        <a:p>
          <a:endParaRPr lang="it-IT"/>
        </a:p>
      </dgm:t>
    </dgm:pt>
    <dgm:pt modelId="{36957AC6-6F1C-4D4E-98E3-7DABDFA4EC65}" type="sibTrans" cxnId="{C872ABBE-C5EE-40D5-A437-A055BAA4372A}">
      <dgm:prSet/>
      <dgm:spPr/>
      <dgm:t>
        <a:bodyPr/>
        <a:lstStyle/>
        <a:p>
          <a:endParaRPr lang="it-IT"/>
        </a:p>
      </dgm:t>
    </dgm:pt>
    <dgm:pt modelId="{09DBDF2C-45BC-4AC3-B4BF-E7074001CAE8}">
      <dgm:prSet phldrT="[Testo]"/>
      <dgm:spPr/>
      <dgm:t>
        <a:bodyPr/>
        <a:lstStyle/>
        <a:p>
          <a:r>
            <a:rPr lang="it-IT"/>
            <a:t>Latent factor</a:t>
          </a:r>
          <a:endParaRPr lang="it-IT" dirty="0"/>
        </a:p>
      </dgm:t>
    </dgm:pt>
    <dgm:pt modelId="{DBD27149-33F1-4C23-9A58-0906FC3A7AAF}" type="parTrans" cxnId="{1BFE76AF-5397-4CB9-BDE5-3070238665FD}">
      <dgm:prSet/>
      <dgm:spPr/>
      <dgm:t>
        <a:bodyPr/>
        <a:lstStyle/>
        <a:p>
          <a:endParaRPr lang="it-IT"/>
        </a:p>
      </dgm:t>
    </dgm:pt>
    <dgm:pt modelId="{0A3F9984-D7FA-4C70-B121-7DE0DE6E15BE}" type="sibTrans" cxnId="{1BFE76AF-5397-4CB9-BDE5-3070238665FD}">
      <dgm:prSet/>
      <dgm:spPr/>
      <dgm:t>
        <a:bodyPr/>
        <a:lstStyle/>
        <a:p>
          <a:endParaRPr lang="it-IT"/>
        </a:p>
      </dgm:t>
    </dgm:pt>
    <dgm:pt modelId="{889FF51B-81EE-45FC-B439-47F9A9C6F205}" type="pres">
      <dgm:prSet presAssocID="{3BFF5AAC-FF2D-4F54-927E-968CEB6ACCE1}" presName="Name0" presStyleCnt="0">
        <dgm:presLayoutVars>
          <dgm:chMax val="7"/>
          <dgm:chPref val="7"/>
          <dgm:dir/>
        </dgm:presLayoutVars>
      </dgm:prSet>
      <dgm:spPr/>
    </dgm:pt>
    <dgm:pt modelId="{4EEC92EF-46BF-4FFA-8CC6-FD5343BDA727}" type="pres">
      <dgm:prSet presAssocID="{3BFF5AAC-FF2D-4F54-927E-968CEB6ACCE1}" presName="Name1" presStyleCnt="0"/>
      <dgm:spPr/>
    </dgm:pt>
    <dgm:pt modelId="{3F287F7D-FEBD-442A-95C3-9441A5FFDD4D}" type="pres">
      <dgm:prSet presAssocID="{3BFF5AAC-FF2D-4F54-927E-968CEB6ACCE1}" presName="cycle" presStyleCnt="0"/>
      <dgm:spPr/>
    </dgm:pt>
    <dgm:pt modelId="{8C60F406-CF1B-43C3-9D18-26A6850FF797}" type="pres">
      <dgm:prSet presAssocID="{3BFF5AAC-FF2D-4F54-927E-968CEB6ACCE1}" presName="srcNode" presStyleLbl="node1" presStyleIdx="0" presStyleCnt="3"/>
      <dgm:spPr/>
    </dgm:pt>
    <dgm:pt modelId="{6CFA4201-98DF-4584-A81F-842B49F6EFA7}" type="pres">
      <dgm:prSet presAssocID="{3BFF5AAC-FF2D-4F54-927E-968CEB6ACCE1}" presName="conn" presStyleLbl="parChTrans1D2" presStyleIdx="0" presStyleCnt="1"/>
      <dgm:spPr/>
    </dgm:pt>
    <dgm:pt modelId="{232E86B0-AE84-45C1-B5D6-379144BF48E0}" type="pres">
      <dgm:prSet presAssocID="{3BFF5AAC-FF2D-4F54-927E-968CEB6ACCE1}" presName="extraNode" presStyleLbl="node1" presStyleIdx="0" presStyleCnt="3"/>
      <dgm:spPr/>
    </dgm:pt>
    <dgm:pt modelId="{332F07C5-BF68-42A3-BD6E-BA023E9BA5D8}" type="pres">
      <dgm:prSet presAssocID="{3BFF5AAC-FF2D-4F54-927E-968CEB6ACCE1}" presName="dstNode" presStyleLbl="node1" presStyleIdx="0" presStyleCnt="3"/>
      <dgm:spPr/>
    </dgm:pt>
    <dgm:pt modelId="{90AED173-4901-4F89-9D68-0082672AEFA1}" type="pres">
      <dgm:prSet presAssocID="{E97E6534-C856-4AB2-BBB6-E508DA2E8DAC}" presName="text_1" presStyleLbl="node1" presStyleIdx="0" presStyleCnt="3">
        <dgm:presLayoutVars>
          <dgm:bulletEnabled val="1"/>
        </dgm:presLayoutVars>
      </dgm:prSet>
      <dgm:spPr/>
    </dgm:pt>
    <dgm:pt modelId="{C04A94A5-7155-4AC9-AE04-65BBC48C62A3}" type="pres">
      <dgm:prSet presAssocID="{E97E6534-C856-4AB2-BBB6-E508DA2E8DAC}" presName="accent_1" presStyleCnt="0"/>
      <dgm:spPr/>
    </dgm:pt>
    <dgm:pt modelId="{5347B762-4695-46FE-B635-585652094BEF}" type="pres">
      <dgm:prSet presAssocID="{E97E6534-C856-4AB2-BBB6-E508DA2E8DAC}" presName="accentRepeatNode" presStyleLbl="solidFgAcc1" presStyleIdx="0" presStyleCnt="3"/>
      <dgm:spPr/>
    </dgm:pt>
    <dgm:pt modelId="{891DCCFA-BF32-45A5-996F-30D3E640AD5D}" type="pres">
      <dgm:prSet presAssocID="{D84F51FA-752B-43C1-ACC2-650BB20581B4}" presName="text_2" presStyleLbl="node1" presStyleIdx="1" presStyleCnt="3">
        <dgm:presLayoutVars>
          <dgm:bulletEnabled val="1"/>
        </dgm:presLayoutVars>
      </dgm:prSet>
      <dgm:spPr/>
    </dgm:pt>
    <dgm:pt modelId="{5C0F6D71-B1EB-40AD-BA2D-334BFE725B61}" type="pres">
      <dgm:prSet presAssocID="{D84F51FA-752B-43C1-ACC2-650BB20581B4}" presName="accent_2" presStyleCnt="0"/>
      <dgm:spPr/>
    </dgm:pt>
    <dgm:pt modelId="{A1DB817B-54A8-43A6-9D10-E448AEC90D4A}" type="pres">
      <dgm:prSet presAssocID="{D84F51FA-752B-43C1-ACC2-650BB20581B4}" presName="accentRepeatNode" presStyleLbl="solidFgAcc1" presStyleIdx="1" presStyleCnt="3"/>
      <dgm:spPr/>
    </dgm:pt>
    <dgm:pt modelId="{8C2DE816-C90C-4DBA-A20F-291C40521BF9}" type="pres">
      <dgm:prSet presAssocID="{09DBDF2C-45BC-4AC3-B4BF-E7074001CAE8}" presName="text_3" presStyleLbl="node1" presStyleIdx="2" presStyleCnt="3">
        <dgm:presLayoutVars>
          <dgm:bulletEnabled val="1"/>
        </dgm:presLayoutVars>
      </dgm:prSet>
      <dgm:spPr/>
    </dgm:pt>
    <dgm:pt modelId="{31FA77ED-FF26-4999-81EE-3AE9285A9A41}" type="pres">
      <dgm:prSet presAssocID="{09DBDF2C-45BC-4AC3-B4BF-E7074001CAE8}" presName="accent_3" presStyleCnt="0"/>
      <dgm:spPr/>
    </dgm:pt>
    <dgm:pt modelId="{D0814CD9-E279-48D7-B6EA-54EE4379F352}" type="pres">
      <dgm:prSet presAssocID="{09DBDF2C-45BC-4AC3-B4BF-E7074001CAE8}" presName="accentRepeatNode" presStyleLbl="solidFgAcc1" presStyleIdx="2" presStyleCnt="3"/>
      <dgm:spPr/>
    </dgm:pt>
  </dgm:ptLst>
  <dgm:cxnLst>
    <dgm:cxn modelId="{6E41B03B-DE50-4618-AC56-2876857015E4}" type="presOf" srcId="{D84F51FA-752B-43C1-ACC2-650BB20581B4}" destId="{891DCCFA-BF32-45A5-996F-30D3E640AD5D}" srcOrd="0" destOrd="0" presId="urn:microsoft.com/office/officeart/2008/layout/VerticalCurvedList"/>
    <dgm:cxn modelId="{82F1567E-604A-4E1A-9825-2C8B611E69A9}" srcId="{3BFF5AAC-FF2D-4F54-927E-968CEB6ACCE1}" destId="{E97E6534-C856-4AB2-BBB6-E508DA2E8DAC}" srcOrd="0" destOrd="0" parTransId="{6F138A68-8070-47FC-8051-1BFB9BC6AFC0}" sibTransId="{5405F2AA-BCB6-49A8-87F6-0092597BEEC0}"/>
    <dgm:cxn modelId="{1BFE76AF-5397-4CB9-BDE5-3070238665FD}" srcId="{3BFF5AAC-FF2D-4F54-927E-968CEB6ACCE1}" destId="{09DBDF2C-45BC-4AC3-B4BF-E7074001CAE8}" srcOrd="2" destOrd="0" parTransId="{DBD27149-33F1-4C23-9A58-0906FC3A7AAF}" sibTransId="{0A3F9984-D7FA-4C70-B121-7DE0DE6E15BE}"/>
    <dgm:cxn modelId="{7C6BFCAF-D747-4A3D-9756-2D0143F638C2}" type="presOf" srcId="{3BFF5AAC-FF2D-4F54-927E-968CEB6ACCE1}" destId="{889FF51B-81EE-45FC-B439-47F9A9C6F205}" srcOrd="0" destOrd="0" presId="urn:microsoft.com/office/officeart/2008/layout/VerticalCurvedList"/>
    <dgm:cxn modelId="{C872ABBE-C5EE-40D5-A437-A055BAA4372A}" srcId="{3BFF5AAC-FF2D-4F54-927E-968CEB6ACCE1}" destId="{D84F51FA-752B-43C1-ACC2-650BB20581B4}" srcOrd="1" destOrd="0" parTransId="{6AAE5FAD-60C4-4E4E-ADD1-997A20793B13}" sibTransId="{36957AC6-6F1C-4D4E-98E3-7DABDFA4EC65}"/>
    <dgm:cxn modelId="{E29BF8C4-AC8A-4FDF-8306-7B7DE55A10E1}" type="presOf" srcId="{09DBDF2C-45BC-4AC3-B4BF-E7074001CAE8}" destId="{8C2DE816-C90C-4DBA-A20F-291C40521BF9}" srcOrd="0" destOrd="0" presId="urn:microsoft.com/office/officeart/2008/layout/VerticalCurvedList"/>
    <dgm:cxn modelId="{A8E797CB-6E66-4EE4-B019-F4BFB3B0E31B}" type="presOf" srcId="{5405F2AA-BCB6-49A8-87F6-0092597BEEC0}" destId="{6CFA4201-98DF-4584-A81F-842B49F6EFA7}" srcOrd="0" destOrd="0" presId="urn:microsoft.com/office/officeart/2008/layout/VerticalCurvedList"/>
    <dgm:cxn modelId="{658EE4E6-4446-4A1F-A20A-96C8CBA27CD8}" type="presOf" srcId="{E97E6534-C856-4AB2-BBB6-E508DA2E8DAC}" destId="{90AED173-4901-4F89-9D68-0082672AEFA1}" srcOrd="0" destOrd="0" presId="urn:microsoft.com/office/officeart/2008/layout/VerticalCurvedList"/>
    <dgm:cxn modelId="{EAA92204-7329-4E35-80DC-E108E6137E39}" type="presParOf" srcId="{889FF51B-81EE-45FC-B439-47F9A9C6F205}" destId="{4EEC92EF-46BF-4FFA-8CC6-FD5343BDA727}" srcOrd="0" destOrd="0" presId="urn:microsoft.com/office/officeart/2008/layout/VerticalCurvedList"/>
    <dgm:cxn modelId="{57D61E8C-3D1E-40A1-AA62-B7C544E50CE3}" type="presParOf" srcId="{4EEC92EF-46BF-4FFA-8CC6-FD5343BDA727}" destId="{3F287F7D-FEBD-442A-95C3-9441A5FFDD4D}" srcOrd="0" destOrd="0" presId="urn:microsoft.com/office/officeart/2008/layout/VerticalCurvedList"/>
    <dgm:cxn modelId="{263AF993-A1F9-41C9-AE83-697BCDD13FA7}" type="presParOf" srcId="{3F287F7D-FEBD-442A-95C3-9441A5FFDD4D}" destId="{8C60F406-CF1B-43C3-9D18-26A6850FF797}" srcOrd="0" destOrd="0" presId="urn:microsoft.com/office/officeart/2008/layout/VerticalCurvedList"/>
    <dgm:cxn modelId="{990C9B84-3BA5-4702-8187-DF9AA60E05C1}" type="presParOf" srcId="{3F287F7D-FEBD-442A-95C3-9441A5FFDD4D}" destId="{6CFA4201-98DF-4584-A81F-842B49F6EFA7}" srcOrd="1" destOrd="0" presId="urn:microsoft.com/office/officeart/2008/layout/VerticalCurvedList"/>
    <dgm:cxn modelId="{96035C9B-EFE8-4B15-98C6-5BE6809F0582}" type="presParOf" srcId="{3F287F7D-FEBD-442A-95C3-9441A5FFDD4D}" destId="{232E86B0-AE84-45C1-B5D6-379144BF48E0}" srcOrd="2" destOrd="0" presId="urn:microsoft.com/office/officeart/2008/layout/VerticalCurvedList"/>
    <dgm:cxn modelId="{7A49E3A8-9A50-4635-825A-691F645D84EF}" type="presParOf" srcId="{3F287F7D-FEBD-442A-95C3-9441A5FFDD4D}" destId="{332F07C5-BF68-42A3-BD6E-BA023E9BA5D8}" srcOrd="3" destOrd="0" presId="urn:microsoft.com/office/officeart/2008/layout/VerticalCurvedList"/>
    <dgm:cxn modelId="{BABB665B-DEDF-4D80-AE33-E8EB20070678}" type="presParOf" srcId="{4EEC92EF-46BF-4FFA-8CC6-FD5343BDA727}" destId="{90AED173-4901-4F89-9D68-0082672AEFA1}" srcOrd="1" destOrd="0" presId="urn:microsoft.com/office/officeart/2008/layout/VerticalCurvedList"/>
    <dgm:cxn modelId="{CB193E1D-67A5-4801-BD09-00F19F6039D5}" type="presParOf" srcId="{4EEC92EF-46BF-4FFA-8CC6-FD5343BDA727}" destId="{C04A94A5-7155-4AC9-AE04-65BBC48C62A3}" srcOrd="2" destOrd="0" presId="urn:microsoft.com/office/officeart/2008/layout/VerticalCurvedList"/>
    <dgm:cxn modelId="{E4C89C17-B738-43A0-AFFD-7A94D44A4994}" type="presParOf" srcId="{C04A94A5-7155-4AC9-AE04-65BBC48C62A3}" destId="{5347B762-4695-46FE-B635-585652094BEF}" srcOrd="0" destOrd="0" presId="urn:microsoft.com/office/officeart/2008/layout/VerticalCurvedList"/>
    <dgm:cxn modelId="{432B6B35-416C-4356-9557-BCE7B6C66854}" type="presParOf" srcId="{4EEC92EF-46BF-4FFA-8CC6-FD5343BDA727}" destId="{891DCCFA-BF32-45A5-996F-30D3E640AD5D}" srcOrd="3" destOrd="0" presId="urn:microsoft.com/office/officeart/2008/layout/VerticalCurvedList"/>
    <dgm:cxn modelId="{5103DE2D-503E-40C8-9D65-203E43679D42}" type="presParOf" srcId="{4EEC92EF-46BF-4FFA-8CC6-FD5343BDA727}" destId="{5C0F6D71-B1EB-40AD-BA2D-334BFE725B61}" srcOrd="4" destOrd="0" presId="urn:microsoft.com/office/officeart/2008/layout/VerticalCurvedList"/>
    <dgm:cxn modelId="{6159BEF1-4359-4E96-8B91-0E3E94639C96}" type="presParOf" srcId="{5C0F6D71-B1EB-40AD-BA2D-334BFE725B61}" destId="{A1DB817B-54A8-43A6-9D10-E448AEC90D4A}" srcOrd="0" destOrd="0" presId="urn:microsoft.com/office/officeart/2008/layout/VerticalCurvedList"/>
    <dgm:cxn modelId="{278A4397-A9A2-48E7-A5F2-DBCD15061C22}" type="presParOf" srcId="{4EEC92EF-46BF-4FFA-8CC6-FD5343BDA727}" destId="{8C2DE816-C90C-4DBA-A20F-291C40521BF9}" srcOrd="5" destOrd="0" presId="urn:microsoft.com/office/officeart/2008/layout/VerticalCurvedList"/>
    <dgm:cxn modelId="{80E469FF-D89A-431A-9CCD-8E4A4AADB142}" type="presParOf" srcId="{4EEC92EF-46BF-4FFA-8CC6-FD5343BDA727}" destId="{31FA77ED-FF26-4999-81EE-3AE9285A9A41}" srcOrd="6" destOrd="0" presId="urn:microsoft.com/office/officeart/2008/layout/VerticalCurvedList"/>
    <dgm:cxn modelId="{5686A11B-5768-4201-9F1F-337B105748C2}" type="presParOf" srcId="{31FA77ED-FF26-4999-81EE-3AE9285A9A41}" destId="{D0814CD9-E279-48D7-B6EA-54EE4379F35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3BFF5AAC-FF2D-4F54-927E-968CEB6ACCE1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E97E6534-C856-4AB2-BBB6-E508DA2E8DAC}">
      <dgm:prSet phldrT="[Testo]"/>
      <dgm:spPr/>
      <dgm:t>
        <a:bodyPr/>
        <a:lstStyle/>
        <a:p>
          <a:r>
            <a:rPr lang="en-US" dirty="0"/>
            <a:t>Decomposes a large sparse matrix into the product of smaller dense matrices</a:t>
          </a:r>
          <a:endParaRPr lang="it-IT" dirty="0"/>
        </a:p>
      </dgm:t>
    </dgm:pt>
    <dgm:pt modelId="{6F138A68-8070-47FC-8051-1BFB9BC6AFC0}" type="parTrans" cxnId="{82F1567E-604A-4E1A-9825-2C8B611E69A9}">
      <dgm:prSet/>
      <dgm:spPr/>
      <dgm:t>
        <a:bodyPr/>
        <a:lstStyle/>
        <a:p>
          <a:endParaRPr lang="it-IT"/>
        </a:p>
      </dgm:t>
    </dgm:pt>
    <dgm:pt modelId="{5405F2AA-BCB6-49A8-87F6-0092597BEEC0}" type="sibTrans" cxnId="{82F1567E-604A-4E1A-9825-2C8B611E69A9}">
      <dgm:prSet/>
      <dgm:spPr/>
      <dgm:t>
        <a:bodyPr/>
        <a:lstStyle/>
        <a:p>
          <a:endParaRPr lang="it-IT"/>
        </a:p>
      </dgm:t>
    </dgm:pt>
    <dgm:pt modelId="{7ED0FD57-A45C-43EF-9F6B-4FA69A2DD0FE}">
      <dgm:prSet phldrT="[Testo]"/>
      <dgm:spPr/>
      <dgm:t>
        <a:bodyPr/>
        <a:lstStyle/>
        <a:p>
          <a:r>
            <a:rPr lang="it-IT" b="1" dirty="0"/>
            <a:t>R = U x V</a:t>
          </a:r>
          <a:r>
            <a:rPr lang="it-IT" b="1" baseline="30000" dirty="0"/>
            <a:t>T</a:t>
          </a:r>
        </a:p>
      </dgm:t>
    </dgm:pt>
    <dgm:pt modelId="{C8C243F3-A89E-4078-8EF0-F016746B956F}" type="parTrans" cxnId="{8E19A8CE-D526-487F-A161-5A9E258ED689}">
      <dgm:prSet/>
      <dgm:spPr/>
      <dgm:t>
        <a:bodyPr/>
        <a:lstStyle/>
        <a:p>
          <a:endParaRPr lang="it-IT"/>
        </a:p>
      </dgm:t>
    </dgm:pt>
    <dgm:pt modelId="{A96CEC19-3C01-4C49-BBAF-4BB26135C100}" type="sibTrans" cxnId="{8E19A8CE-D526-487F-A161-5A9E258ED689}">
      <dgm:prSet/>
      <dgm:spPr/>
      <dgm:t>
        <a:bodyPr/>
        <a:lstStyle/>
        <a:p>
          <a:endParaRPr lang="it-IT"/>
        </a:p>
      </dgm:t>
    </dgm:pt>
    <dgm:pt modelId="{A838232B-FC3C-4D2B-AC07-9CF65DFE5B9B}" type="pres">
      <dgm:prSet presAssocID="{3BFF5AAC-FF2D-4F54-927E-968CEB6ACCE1}" presName="diagram" presStyleCnt="0">
        <dgm:presLayoutVars>
          <dgm:dir/>
          <dgm:resizeHandles val="exact"/>
        </dgm:presLayoutVars>
      </dgm:prSet>
      <dgm:spPr/>
    </dgm:pt>
    <dgm:pt modelId="{AFE86623-40D1-4CE4-B0E2-580E82062F5F}" type="pres">
      <dgm:prSet presAssocID="{E97E6534-C856-4AB2-BBB6-E508DA2E8DAC}" presName="node" presStyleLbl="node1" presStyleIdx="0" presStyleCnt="2">
        <dgm:presLayoutVars>
          <dgm:bulletEnabled val="1"/>
        </dgm:presLayoutVars>
      </dgm:prSet>
      <dgm:spPr/>
    </dgm:pt>
    <dgm:pt modelId="{D3CFD7A1-4C5B-4E47-A783-BC06387C9DD6}" type="pres">
      <dgm:prSet presAssocID="{5405F2AA-BCB6-49A8-87F6-0092597BEEC0}" presName="sibTrans" presStyleCnt="0"/>
      <dgm:spPr/>
    </dgm:pt>
    <dgm:pt modelId="{D122179F-92E6-49F9-8BF1-2481381A5E93}" type="pres">
      <dgm:prSet presAssocID="{7ED0FD57-A45C-43EF-9F6B-4FA69A2DD0FE}" presName="node" presStyleLbl="node1" presStyleIdx="1" presStyleCnt="2">
        <dgm:presLayoutVars>
          <dgm:bulletEnabled val="1"/>
        </dgm:presLayoutVars>
      </dgm:prSet>
      <dgm:spPr/>
    </dgm:pt>
  </dgm:ptLst>
  <dgm:cxnLst>
    <dgm:cxn modelId="{660D6107-DB48-4B72-A0C0-5542F5C2FB48}" type="presOf" srcId="{3BFF5AAC-FF2D-4F54-927E-968CEB6ACCE1}" destId="{A838232B-FC3C-4D2B-AC07-9CF65DFE5B9B}" srcOrd="0" destOrd="0" presId="urn:microsoft.com/office/officeart/2005/8/layout/default"/>
    <dgm:cxn modelId="{D6081F50-5F33-4ED5-8C06-CB3E14AC0269}" type="presOf" srcId="{E97E6534-C856-4AB2-BBB6-E508DA2E8DAC}" destId="{AFE86623-40D1-4CE4-B0E2-580E82062F5F}" srcOrd="0" destOrd="0" presId="urn:microsoft.com/office/officeart/2005/8/layout/default"/>
    <dgm:cxn modelId="{82F1567E-604A-4E1A-9825-2C8B611E69A9}" srcId="{3BFF5AAC-FF2D-4F54-927E-968CEB6ACCE1}" destId="{E97E6534-C856-4AB2-BBB6-E508DA2E8DAC}" srcOrd="0" destOrd="0" parTransId="{6F138A68-8070-47FC-8051-1BFB9BC6AFC0}" sibTransId="{5405F2AA-BCB6-49A8-87F6-0092597BEEC0}"/>
    <dgm:cxn modelId="{AE430FB8-D8C5-4104-8418-5FFD7BDA4804}" type="presOf" srcId="{7ED0FD57-A45C-43EF-9F6B-4FA69A2DD0FE}" destId="{D122179F-92E6-49F9-8BF1-2481381A5E93}" srcOrd="0" destOrd="0" presId="urn:microsoft.com/office/officeart/2005/8/layout/default"/>
    <dgm:cxn modelId="{8E19A8CE-D526-487F-A161-5A9E258ED689}" srcId="{3BFF5AAC-FF2D-4F54-927E-968CEB6ACCE1}" destId="{7ED0FD57-A45C-43EF-9F6B-4FA69A2DD0FE}" srcOrd="1" destOrd="0" parTransId="{C8C243F3-A89E-4078-8EF0-F016746B956F}" sibTransId="{A96CEC19-3C01-4C49-BBAF-4BB26135C100}"/>
    <dgm:cxn modelId="{BDBF707B-E37D-47D0-8BF3-A71B5E90E223}" type="presParOf" srcId="{A838232B-FC3C-4D2B-AC07-9CF65DFE5B9B}" destId="{AFE86623-40D1-4CE4-B0E2-580E82062F5F}" srcOrd="0" destOrd="0" presId="urn:microsoft.com/office/officeart/2005/8/layout/default"/>
    <dgm:cxn modelId="{6EA286E9-4B90-4CFA-9B63-74C0440E605C}" type="presParOf" srcId="{A838232B-FC3C-4D2B-AC07-9CF65DFE5B9B}" destId="{D3CFD7A1-4C5B-4E47-A783-BC06387C9DD6}" srcOrd="1" destOrd="0" presId="urn:microsoft.com/office/officeart/2005/8/layout/default"/>
    <dgm:cxn modelId="{4EEEA389-D9E7-47F9-9123-2EEC40C3AEE7}" type="presParOf" srcId="{A838232B-FC3C-4D2B-AC07-9CF65DFE5B9B}" destId="{D122179F-92E6-49F9-8BF1-2481381A5E93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11397226-D28C-47C0-B8D4-546A961F0512}" type="doc">
      <dgm:prSet loTypeId="urn:microsoft.com/office/officeart/2005/8/layout/list1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E1DA053D-9553-46C4-B602-C3123E60B373}">
      <dgm:prSet phldrT="[Testo]"/>
      <dgm:spPr/>
      <dgm:t>
        <a:bodyPr/>
        <a:lstStyle/>
        <a:p>
          <a:r>
            <a:rPr lang="it-IT" b="1" dirty="0"/>
            <a:t>U</a:t>
          </a:r>
        </a:p>
      </dgm:t>
    </dgm:pt>
    <dgm:pt modelId="{1BCD7598-8576-4836-ACB4-631815DB3329}" type="parTrans" cxnId="{0791C997-BC54-466A-9BBC-C5955BC90C28}">
      <dgm:prSet/>
      <dgm:spPr/>
      <dgm:t>
        <a:bodyPr/>
        <a:lstStyle/>
        <a:p>
          <a:endParaRPr lang="it-IT"/>
        </a:p>
      </dgm:t>
    </dgm:pt>
    <dgm:pt modelId="{3EA5AB28-E600-46CE-87CF-241BB144ECE8}" type="sibTrans" cxnId="{0791C997-BC54-466A-9BBC-C5955BC90C28}">
      <dgm:prSet/>
      <dgm:spPr/>
      <dgm:t>
        <a:bodyPr/>
        <a:lstStyle/>
        <a:p>
          <a:endParaRPr lang="it-IT"/>
        </a:p>
      </dgm:t>
    </dgm:pt>
    <dgm:pt modelId="{0C833E97-5CF1-45E4-B774-1D690776ED88}">
      <dgm:prSet phldrT="[Testo]"/>
      <dgm:spPr/>
      <dgm:t>
        <a:bodyPr/>
        <a:lstStyle/>
        <a:p>
          <a:r>
            <a:rPr lang="it-IT" b="1" dirty="0"/>
            <a:t>∑</a:t>
          </a:r>
        </a:p>
      </dgm:t>
    </dgm:pt>
    <dgm:pt modelId="{C54356F9-EDE9-4F9E-8A34-CEFC81EC7E01}" type="parTrans" cxnId="{576ACAE8-3506-485E-9294-F01D3B18ECE8}">
      <dgm:prSet/>
      <dgm:spPr/>
      <dgm:t>
        <a:bodyPr/>
        <a:lstStyle/>
        <a:p>
          <a:endParaRPr lang="it-IT"/>
        </a:p>
      </dgm:t>
    </dgm:pt>
    <dgm:pt modelId="{B0918E1C-4F1A-48AF-8709-27A5C0E4A784}" type="sibTrans" cxnId="{576ACAE8-3506-485E-9294-F01D3B18ECE8}">
      <dgm:prSet/>
      <dgm:spPr/>
      <dgm:t>
        <a:bodyPr/>
        <a:lstStyle/>
        <a:p>
          <a:endParaRPr lang="it-IT"/>
        </a:p>
      </dgm:t>
    </dgm:pt>
    <dgm:pt modelId="{77389489-F3AE-4C5C-A578-C60D2D9A4713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dirty="0" err="1"/>
            <a:t>Diagonal</a:t>
          </a:r>
          <a:r>
            <a:rPr lang="it-IT" dirty="0"/>
            <a:t> </a:t>
          </a:r>
          <a:r>
            <a:rPr lang="it-IT" dirty="0" err="1"/>
            <a:t>matrix</a:t>
          </a:r>
          <a:r>
            <a:rPr lang="it-IT" dirty="0"/>
            <a:t> with </a:t>
          </a:r>
          <a:r>
            <a:rPr lang="it-IT" dirty="0" err="1"/>
            <a:t>increasing</a:t>
          </a:r>
          <a:r>
            <a:rPr lang="it-IT" dirty="0"/>
            <a:t> </a:t>
          </a:r>
          <a:r>
            <a:rPr lang="it-IT" dirty="0" err="1"/>
            <a:t>values</a:t>
          </a:r>
          <a:r>
            <a:rPr lang="it-IT" dirty="0"/>
            <a:t> </a:t>
          </a:r>
          <a:r>
            <a:rPr lang="it-IT" i="1" baseline="0" dirty="0"/>
            <a:t>σ</a:t>
          </a:r>
          <a:r>
            <a:rPr lang="it-IT" i="1" baseline="-25000" dirty="0"/>
            <a:t>1</a:t>
          </a:r>
          <a:r>
            <a:rPr lang="it-IT" i="1" baseline="0" dirty="0"/>
            <a:t> &lt;= σ</a:t>
          </a:r>
          <a:r>
            <a:rPr lang="it-IT" i="1" baseline="-25000" dirty="0"/>
            <a:t>2</a:t>
          </a:r>
          <a:r>
            <a:rPr lang="it-IT" i="1" baseline="0" dirty="0"/>
            <a:t> &lt;=…&lt;= </a:t>
          </a:r>
          <a:r>
            <a:rPr lang="it-IT" i="1" baseline="0" dirty="0" err="1"/>
            <a:t>σ</a:t>
          </a:r>
          <a:r>
            <a:rPr lang="it-IT" i="1" baseline="-25000" dirty="0" err="1"/>
            <a:t>p</a:t>
          </a:r>
          <a:r>
            <a:rPr lang="it-IT" i="1" baseline="0" dirty="0"/>
            <a:t> (i = 1..p) p = min (m, n)</a:t>
          </a:r>
          <a:endParaRPr lang="it-IT" i="1" baseline="-25000" dirty="0"/>
        </a:p>
      </dgm:t>
    </dgm:pt>
    <dgm:pt modelId="{E0AA8CBE-246F-4703-B7DF-CF38E963722D}" type="parTrans" cxnId="{CDA5F8B3-B0EE-40B8-B3EA-DE873D927AC1}">
      <dgm:prSet/>
      <dgm:spPr/>
      <dgm:t>
        <a:bodyPr/>
        <a:lstStyle/>
        <a:p>
          <a:endParaRPr lang="it-IT"/>
        </a:p>
      </dgm:t>
    </dgm:pt>
    <dgm:pt modelId="{F3157F28-386F-4C55-9662-F93F20A648FB}" type="sibTrans" cxnId="{CDA5F8B3-B0EE-40B8-B3EA-DE873D927AC1}">
      <dgm:prSet/>
      <dgm:spPr/>
      <dgm:t>
        <a:bodyPr/>
        <a:lstStyle/>
        <a:p>
          <a:endParaRPr lang="it-IT"/>
        </a:p>
      </dgm:t>
    </dgm:pt>
    <dgm:pt modelId="{35264D9A-FFAA-43B0-A687-DC078E7A6E37}">
      <dgm:prSet phldrT="[Testo]"/>
      <dgm:spPr/>
      <dgm:t>
        <a:bodyPr/>
        <a:lstStyle/>
        <a:p>
          <a:r>
            <a:rPr lang="it-IT" b="1" dirty="0"/>
            <a:t>V</a:t>
          </a:r>
          <a:r>
            <a:rPr lang="it-IT" b="1" baseline="30000" dirty="0"/>
            <a:t>*</a:t>
          </a:r>
        </a:p>
      </dgm:t>
    </dgm:pt>
    <dgm:pt modelId="{EBE5A7FF-EA70-4EC0-9600-E05537C086EC}" type="parTrans" cxnId="{010BC7C0-39F8-4C57-AD14-28240ADE230B}">
      <dgm:prSet/>
      <dgm:spPr/>
      <dgm:t>
        <a:bodyPr/>
        <a:lstStyle/>
        <a:p>
          <a:endParaRPr lang="it-IT"/>
        </a:p>
      </dgm:t>
    </dgm:pt>
    <dgm:pt modelId="{8B1FBE77-7138-4B1F-B470-6B49C2C1A700}" type="sibTrans" cxnId="{010BC7C0-39F8-4C57-AD14-28240ADE230B}">
      <dgm:prSet/>
      <dgm:spPr/>
      <dgm:t>
        <a:bodyPr/>
        <a:lstStyle/>
        <a:p>
          <a:endParaRPr lang="it-IT"/>
        </a:p>
      </dgm:t>
    </dgm:pt>
    <dgm:pt modelId="{5C8FF01E-A8E4-4D9A-8A50-F1D58D0F0E06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Matrix with the first H vectors relating to items</a:t>
          </a:r>
          <a:endParaRPr lang="it-IT" dirty="0"/>
        </a:p>
      </dgm:t>
    </dgm:pt>
    <dgm:pt modelId="{DA9F6644-C024-4045-BD13-9726AF65EDA3}" type="parTrans" cxnId="{58A3AEF7-F7C1-444B-A899-74277BE11BFA}">
      <dgm:prSet/>
      <dgm:spPr/>
      <dgm:t>
        <a:bodyPr/>
        <a:lstStyle/>
        <a:p>
          <a:endParaRPr lang="it-IT"/>
        </a:p>
      </dgm:t>
    </dgm:pt>
    <dgm:pt modelId="{993E2C35-951B-4FEB-96E3-8A34CAF4F61F}" type="sibTrans" cxnId="{58A3AEF7-F7C1-444B-A899-74277BE11BFA}">
      <dgm:prSet/>
      <dgm:spPr/>
      <dgm:t>
        <a:bodyPr/>
        <a:lstStyle/>
        <a:p>
          <a:endParaRPr lang="it-IT"/>
        </a:p>
      </dgm:t>
    </dgm:pt>
    <dgm:pt modelId="{6AB18CD3-D190-4621-BA86-757F52B3ADE3}">
      <dgm:prSet phldrT="[Testo]"/>
      <dgm:spPr/>
      <dgm:t>
        <a:bodyPr/>
        <a:lstStyle/>
        <a:p>
          <a:r>
            <a:rPr lang="it-IT" b="1" dirty="0"/>
            <a:t>A</a:t>
          </a:r>
        </a:p>
      </dgm:t>
    </dgm:pt>
    <dgm:pt modelId="{165F7DF7-06E5-466A-9D43-A3F52EC5BA01}" type="parTrans" cxnId="{5DBE84F2-0EAF-41B5-B2F1-20D682E58627}">
      <dgm:prSet/>
      <dgm:spPr/>
      <dgm:t>
        <a:bodyPr/>
        <a:lstStyle/>
        <a:p>
          <a:endParaRPr lang="it-IT"/>
        </a:p>
      </dgm:t>
    </dgm:pt>
    <dgm:pt modelId="{FC7C5C91-E702-4A13-B719-E9D165EA2D2A}" type="sibTrans" cxnId="{5DBE84F2-0EAF-41B5-B2F1-20D682E58627}">
      <dgm:prSet/>
      <dgm:spPr/>
      <dgm:t>
        <a:bodyPr/>
        <a:lstStyle/>
        <a:p>
          <a:endParaRPr lang="it-IT"/>
        </a:p>
      </dgm:t>
    </dgm:pt>
    <dgm:pt modelId="{0685D765-0BCC-490A-801E-0814E189F8B0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b="0" dirty="0" err="1"/>
            <a:t>Initial</a:t>
          </a:r>
          <a:r>
            <a:rPr lang="it-IT" b="0" dirty="0"/>
            <a:t> users-items </a:t>
          </a:r>
          <a:r>
            <a:rPr lang="it-IT" b="0" dirty="0" err="1"/>
            <a:t>matrix</a:t>
          </a:r>
          <a:endParaRPr lang="it-IT" b="0" dirty="0"/>
        </a:p>
      </dgm:t>
    </dgm:pt>
    <dgm:pt modelId="{04646778-A539-48E9-BB7F-CBABD59D42D2}" type="parTrans" cxnId="{982BF645-6856-44B6-A7DD-AE234F028CFF}">
      <dgm:prSet/>
      <dgm:spPr/>
      <dgm:t>
        <a:bodyPr/>
        <a:lstStyle/>
        <a:p>
          <a:endParaRPr lang="it-IT"/>
        </a:p>
      </dgm:t>
    </dgm:pt>
    <dgm:pt modelId="{62AF4AE4-B244-4B7F-9594-0BAD89BFE638}" type="sibTrans" cxnId="{982BF645-6856-44B6-A7DD-AE234F028CFF}">
      <dgm:prSet/>
      <dgm:spPr/>
      <dgm:t>
        <a:bodyPr/>
        <a:lstStyle/>
        <a:p>
          <a:endParaRPr lang="it-IT"/>
        </a:p>
      </dgm:t>
    </dgm:pt>
    <dgm:pt modelId="{96D5CAD9-98BF-49D8-AB2B-3B40003B00A2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b="0" dirty="0"/>
            <a:t>Rank </a:t>
          </a:r>
          <a:r>
            <a:rPr lang="it-IT" b="0" dirty="0" err="1"/>
            <a:t>is</a:t>
          </a:r>
          <a:r>
            <a:rPr lang="it-IT" b="0" dirty="0"/>
            <a:t> m x n</a:t>
          </a:r>
        </a:p>
      </dgm:t>
    </dgm:pt>
    <dgm:pt modelId="{D18E9A64-B5BC-4793-989D-FE49D11ACE68}" type="parTrans" cxnId="{FED62DE9-94FC-4793-94BE-07FD9DA51BC2}">
      <dgm:prSet/>
      <dgm:spPr/>
      <dgm:t>
        <a:bodyPr/>
        <a:lstStyle/>
        <a:p>
          <a:endParaRPr lang="it-IT"/>
        </a:p>
      </dgm:t>
    </dgm:pt>
    <dgm:pt modelId="{21CFFAB4-32FA-4607-BB68-F90C755612AD}" type="sibTrans" cxnId="{FED62DE9-94FC-4793-94BE-07FD9DA51BC2}">
      <dgm:prSet/>
      <dgm:spPr/>
      <dgm:t>
        <a:bodyPr/>
        <a:lstStyle/>
        <a:p>
          <a:endParaRPr lang="it-IT"/>
        </a:p>
      </dgm:t>
    </dgm:pt>
    <dgm:pt modelId="{C5C6A71E-1757-48CE-B5F7-7FF439365AFC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Matrix with the first K vectors relating to users</a:t>
          </a:r>
          <a:endParaRPr lang="it-IT" dirty="0"/>
        </a:p>
      </dgm:t>
    </dgm:pt>
    <dgm:pt modelId="{B78EB2EB-0782-4D25-8936-0F9E71ED7E84}" type="parTrans" cxnId="{70C113A1-FE6F-406A-8693-1A38C3451E69}">
      <dgm:prSet/>
      <dgm:spPr/>
      <dgm:t>
        <a:bodyPr/>
        <a:lstStyle/>
        <a:p>
          <a:endParaRPr lang="it-IT"/>
        </a:p>
      </dgm:t>
    </dgm:pt>
    <dgm:pt modelId="{F06BCAB2-DE0D-4BF3-9343-8FA226C51F58}" type="sibTrans" cxnId="{70C113A1-FE6F-406A-8693-1A38C3451E69}">
      <dgm:prSet/>
      <dgm:spPr/>
      <dgm:t>
        <a:bodyPr/>
        <a:lstStyle/>
        <a:p>
          <a:endParaRPr lang="it-IT"/>
        </a:p>
      </dgm:t>
    </dgm:pt>
    <dgm:pt modelId="{6C6AFFCE-0361-49A7-BAA5-4F982FBA31ED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i="1" baseline="0" dirty="0"/>
            <a:t>Rank </a:t>
          </a:r>
          <a:r>
            <a:rPr lang="it-IT" i="1" baseline="0" dirty="0" err="1"/>
            <a:t>is</a:t>
          </a:r>
          <a:r>
            <a:rPr lang="it-IT" i="1" baseline="0" dirty="0"/>
            <a:t> m x n</a:t>
          </a:r>
        </a:p>
      </dgm:t>
    </dgm:pt>
    <dgm:pt modelId="{55A49C62-941F-46EE-BEC5-775A75284F31}" type="parTrans" cxnId="{EB17D52B-1742-4A8B-8875-867B880CD361}">
      <dgm:prSet/>
      <dgm:spPr/>
      <dgm:t>
        <a:bodyPr/>
        <a:lstStyle/>
        <a:p>
          <a:endParaRPr lang="it-IT"/>
        </a:p>
      </dgm:t>
    </dgm:pt>
    <dgm:pt modelId="{76C7D604-7CBC-4AE0-80BE-E8D2F275A987}" type="sibTrans" cxnId="{EB17D52B-1742-4A8B-8875-867B880CD361}">
      <dgm:prSet/>
      <dgm:spPr/>
      <dgm:t>
        <a:bodyPr/>
        <a:lstStyle/>
        <a:p>
          <a:endParaRPr lang="it-IT"/>
        </a:p>
      </dgm:t>
    </dgm:pt>
    <dgm:pt modelId="{A0768F92-35AE-4952-9692-CE277F704A35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U-is left singular matrix (columns are left singular vectors). U columns contain eigenvectors of matrix MMᵗ</a:t>
          </a:r>
          <a:endParaRPr lang="it-IT" dirty="0"/>
        </a:p>
      </dgm:t>
    </dgm:pt>
    <dgm:pt modelId="{F6649AC0-3D13-48AA-9BA8-9B04B7B5C4C6}" type="parTrans" cxnId="{0E257577-BC3B-486B-9831-D43E6B5ADC41}">
      <dgm:prSet/>
      <dgm:spPr/>
      <dgm:t>
        <a:bodyPr/>
        <a:lstStyle/>
        <a:p>
          <a:endParaRPr lang="it-IT"/>
        </a:p>
      </dgm:t>
    </dgm:pt>
    <dgm:pt modelId="{2A788EED-C358-4689-BAA3-F5EFD7FB0BDA}" type="sibTrans" cxnId="{0E257577-BC3B-486B-9831-D43E6B5ADC41}">
      <dgm:prSet/>
      <dgm:spPr/>
      <dgm:t>
        <a:bodyPr/>
        <a:lstStyle/>
        <a:p>
          <a:endParaRPr lang="it-IT"/>
        </a:p>
      </dgm:t>
    </dgm:pt>
    <dgm:pt modelId="{63FC1781-FCFE-47F3-9AE1-C7083FA14C76}">
      <dgm:prSet phldrT="[Testo]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V</a:t>
          </a:r>
          <a:r>
            <a:rPr lang="en-US" baseline="30000" dirty="0"/>
            <a:t>*</a:t>
          </a:r>
          <a:r>
            <a:rPr lang="en-US" dirty="0"/>
            <a:t>- is right singular matrix (columns are right singular vectors). V columns contain eigenvectors of matrix MᵗM</a:t>
          </a:r>
          <a:endParaRPr lang="it-IT" dirty="0"/>
        </a:p>
      </dgm:t>
    </dgm:pt>
    <dgm:pt modelId="{C47C2E71-188E-448E-92A6-708E54F8E9EB}" type="parTrans" cxnId="{7354085C-AEF0-4E22-B579-4A0B7DAB2754}">
      <dgm:prSet/>
      <dgm:spPr/>
      <dgm:t>
        <a:bodyPr/>
        <a:lstStyle/>
        <a:p>
          <a:endParaRPr lang="it-IT"/>
        </a:p>
      </dgm:t>
    </dgm:pt>
    <dgm:pt modelId="{7660F12E-45B1-4C77-8959-725F22BF686C}" type="sibTrans" cxnId="{7354085C-AEF0-4E22-B579-4A0B7DAB2754}">
      <dgm:prSet/>
      <dgm:spPr/>
      <dgm:t>
        <a:bodyPr/>
        <a:lstStyle/>
        <a:p>
          <a:endParaRPr lang="it-IT"/>
        </a:p>
      </dgm:t>
    </dgm:pt>
    <dgm:pt modelId="{943764B9-491D-4E01-B88B-013B53599849}" type="pres">
      <dgm:prSet presAssocID="{11397226-D28C-47C0-B8D4-546A961F0512}" presName="linear" presStyleCnt="0">
        <dgm:presLayoutVars>
          <dgm:dir/>
          <dgm:animLvl val="lvl"/>
          <dgm:resizeHandles val="exact"/>
        </dgm:presLayoutVars>
      </dgm:prSet>
      <dgm:spPr/>
    </dgm:pt>
    <dgm:pt modelId="{1CCFDEEC-00D9-4B6E-88AD-2EF4A15D6648}" type="pres">
      <dgm:prSet presAssocID="{6AB18CD3-D190-4621-BA86-757F52B3ADE3}" presName="parentLin" presStyleCnt="0"/>
      <dgm:spPr/>
    </dgm:pt>
    <dgm:pt modelId="{C29B9624-0512-4EFC-9C21-E9FCD4EB7A8C}" type="pres">
      <dgm:prSet presAssocID="{6AB18CD3-D190-4621-BA86-757F52B3ADE3}" presName="parentLeftMargin" presStyleLbl="node1" presStyleIdx="0" presStyleCnt="4"/>
      <dgm:spPr/>
    </dgm:pt>
    <dgm:pt modelId="{6BB289C2-FBDE-4BEE-9DA4-C6EF0846F4C2}" type="pres">
      <dgm:prSet presAssocID="{6AB18CD3-D190-4621-BA86-757F52B3AD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79AE802-3106-4354-94D8-1B41793EC095}" type="pres">
      <dgm:prSet presAssocID="{6AB18CD3-D190-4621-BA86-757F52B3ADE3}" presName="negativeSpace" presStyleCnt="0"/>
      <dgm:spPr/>
    </dgm:pt>
    <dgm:pt modelId="{5C1807D5-B98D-43BB-925D-C524BA9A1EB9}" type="pres">
      <dgm:prSet presAssocID="{6AB18CD3-D190-4621-BA86-757F52B3ADE3}" presName="childText" presStyleLbl="conFgAcc1" presStyleIdx="0" presStyleCnt="4">
        <dgm:presLayoutVars>
          <dgm:bulletEnabled val="1"/>
        </dgm:presLayoutVars>
      </dgm:prSet>
      <dgm:spPr/>
    </dgm:pt>
    <dgm:pt modelId="{AAE3DEE6-05C9-4557-85EB-4877428983A7}" type="pres">
      <dgm:prSet presAssocID="{FC7C5C91-E702-4A13-B719-E9D165EA2D2A}" presName="spaceBetweenRectangles" presStyleCnt="0"/>
      <dgm:spPr/>
    </dgm:pt>
    <dgm:pt modelId="{C3F4FBF1-FDBB-42E0-9D3E-1606951DD71D}" type="pres">
      <dgm:prSet presAssocID="{E1DA053D-9553-46C4-B602-C3123E60B373}" presName="parentLin" presStyleCnt="0"/>
      <dgm:spPr/>
    </dgm:pt>
    <dgm:pt modelId="{6D832AE3-9BE1-43BB-BBAC-70507CA5742C}" type="pres">
      <dgm:prSet presAssocID="{E1DA053D-9553-46C4-B602-C3123E60B373}" presName="parentLeftMargin" presStyleLbl="node1" presStyleIdx="0" presStyleCnt="4"/>
      <dgm:spPr/>
    </dgm:pt>
    <dgm:pt modelId="{77619F02-0EA6-4C29-953D-77699AAB18AF}" type="pres">
      <dgm:prSet presAssocID="{E1DA053D-9553-46C4-B602-C3123E60B37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A87B497-4107-4990-B89C-3BD6EFAD1836}" type="pres">
      <dgm:prSet presAssocID="{E1DA053D-9553-46C4-B602-C3123E60B373}" presName="negativeSpace" presStyleCnt="0"/>
      <dgm:spPr/>
    </dgm:pt>
    <dgm:pt modelId="{D26BF120-ED99-4122-A187-670F4D97A61D}" type="pres">
      <dgm:prSet presAssocID="{E1DA053D-9553-46C4-B602-C3123E60B373}" presName="childText" presStyleLbl="conFgAcc1" presStyleIdx="1" presStyleCnt="4">
        <dgm:presLayoutVars>
          <dgm:bulletEnabled val="1"/>
        </dgm:presLayoutVars>
      </dgm:prSet>
      <dgm:spPr/>
    </dgm:pt>
    <dgm:pt modelId="{C6543F3A-2560-4F27-AFF1-37B36C17F94F}" type="pres">
      <dgm:prSet presAssocID="{3EA5AB28-E600-46CE-87CF-241BB144ECE8}" presName="spaceBetweenRectangles" presStyleCnt="0"/>
      <dgm:spPr/>
    </dgm:pt>
    <dgm:pt modelId="{C3C203CE-BFD0-4498-9095-C8C172B9BE8F}" type="pres">
      <dgm:prSet presAssocID="{0C833E97-5CF1-45E4-B774-1D690776ED88}" presName="parentLin" presStyleCnt="0"/>
      <dgm:spPr/>
    </dgm:pt>
    <dgm:pt modelId="{A8D0F097-8188-4D7C-A37B-7C713225ADA9}" type="pres">
      <dgm:prSet presAssocID="{0C833E97-5CF1-45E4-B774-1D690776ED88}" presName="parentLeftMargin" presStyleLbl="node1" presStyleIdx="1" presStyleCnt="4"/>
      <dgm:spPr/>
    </dgm:pt>
    <dgm:pt modelId="{9A3726E7-C10A-4F85-B244-62989221B152}" type="pres">
      <dgm:prSet presAssocID="{0C833E97-5CF1-45E4-B774-1D690776ED8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F9A99A7-A9C4-47CF-987B-81AA7ACDD578}" type="pres">
      <dgm:prSet presAssocID="{0C833E97-5CF1-45E4-B774-1D690776ED88}" presName="negativeSpace" presStyleCnt="0"/>
      <dgm:spPr/>
    </dgm:pt>
    <dgm:pt modelId="{880740CB-26E0-40EC-AB91-6585CBBDE6FD}" type="pres">
      <dgm:prSet presAssocID="{0C833E97-5CF1-45E4-B774-1D690776ED88}" presName="childText" presStyleLbl="conFgAcc1" presStyleIdx="2" presStyleCnt="4">
        <dgm:presLayoutVars>
          <dgm:bulletEnabled val="1"/>
        </dgm:presLayoutVars>
      </dgm:prSet>
      <dgm:spPr/>
    </dgm:pt>
    <dgm:pt modelId="{0218886A-BF82-4E94-9B2B-E7BCCD32724C}" type="pres">
      <dgm:prSet presAssocID="{B0918E1C-4F1A-48AF-8709-27A5C0E4A784}" presName="spaceBetweenRectangles" presStyleCnt="0"/>
      <dgm:spPr/>
    </dgm:pt>
    <dgm:pt modelId="{EC4D3E21-DA93-4E24-B7E3-7592F428593D}" type="pres">
      <dgm:prSet presAssocID="{35264D9A-FFAA-43B0-A687-DC078E7A6E37}" presName="parentLin" presStyleCnt="0"/>
      <dgm:spPr/>
    </dgm:pt>
    <dgm:pt modelId="{A11F6601-EAC7-489B-A3E2-91C767CAD4B7}" type="pres">
      <dgm:prSet presAssocID="{35264D9A-FFAA-43B0-A687-DC078E7A6E37}" presName="parentLeftMargin" presStyleLbl="node1" presStyleIdx="2" presStyleCnt="4"/>
      <dgm:spPr/>
    </dgm:pt>
    <dgm:pt modelId="{18F02DEB-9DD1-4B22-A0E0-CA61373B99B0}" type="pres">
      <dgm:prSet presAssocID="{35264D9A-FFAA-43B0-A687-DC078E7A6E3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F3F94C0-E86D-462C-B99D-DB8E51842BFB}" type="pres">
      <dgm:prSet presAssocID="{35264D9A-FFAA-43B0-A687-DC078E7A6E37}" presName="negativeSpace" presStyleCnt="0"/>
      <dgm:spPr/>
    </dgm:pt>
    <dgm:pt modelId="{20668403-C46A-4169-A3E2-65DD905A3143}" type="pres">
      <dgm:prSet presAssocID="{35264D9A-FFAA-43B0-A687-DC078E7A6E3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532F10E-D639-425A-9EF9-352DBCCB19D1}" type="presOf" srcId="{0685D765-0BCC-490A-801E-0814E189F8B0}" destId="{5C1807D5-B98D-43BB-925D-C524BA9A1EB9}" srcOrd="0" destOrd="0" presId="urn:microsoft.com/office/officeart/2005/8/layout/list1"/>
    <dgm:cxn modelId="{076C5C20-BB77-4233-9022-EBA3612A4C4F}" type="presOf" srcId="{96D5CAD9-98BF-49D8-AB2B-3B40003B00A2}" destId="{5C1807D5-B98D-43BB-925D-C524BA9A1EB9}" srcOrd="0" destOrd="1" presId="urn:microsoft.com/office/officeart/2005/8/layout/list1"/>
    <dgm:cxn modelId="{F1A4D123-0DEA-4240-9668-83BF2C723CB7}" type="presOf" srcId="{E1DA053D-9553-46C4-B602-C3123E60B373}" destId="{77619F02-0EA6-4C29-953D-77699AAB18AF}" srcOrd="1" destOrd="0" presId="urn:microsoft.com/office/officeart/2005/8/layout/list1"/>
    <dgm:cxn modelId="{EB17D52B-1742-4A8B-8875-867B880CD361}" srcId="{0C833E97-5CF1-45E4-B774-1D690776ED88}" destId="{6C6AFFCE-0361-49A7-BAA5-4F982FBA31ED}" srcOrd="1" destOrd="0" parTransId="{55A49C62-941F-46EE-BEC5-775A75284F31}" sibTransId="{76C7D604-7CBC-4AE0-80BE-E8D2F275A987}"/>
    <dgm:cxn modelId="{6015EB35-0B40-44E8-A91A-BBA4B3974FE3}" type="presOf" srcId="{C5C6A71E-1757-48CE-B5F7-7FF439365AFC}" destId="{D26BF120-ED99-4122-A187-670F4D97A61D}" srcOrd="0" destOrd="0" presId="urn:microsoft.com/office/officeart/2005/8/layout/list1"/>
    <dgm:cxn modelId="{7354085C-AEF0-4E22-B579-4A0B7DAB2754}" srcId="{35264D9A-FFAA-43B0-A687-DC078E7A6E37}" destId="{63FC1781-FCFE-47F3-9AE1-C7083FA14C76}" srcOrd="1" destOrd="0" parTransId="{C47C2E71-188E-448E-92A6-708E54F8E9EB}" sibTransId="{7660F12E-45B1-4C77-8959-725F22BF686C}"/>
    <dgm:cxn modelId="{F4DD5061-3398-462C-A407-6563C0B3B3BB}" type="presOf" srcId="{63FC1781-FCFE-47F3-9AE1-C7083FA14C76}" destId="{20668403-C46A-4169-A3E2-65DD905A3143}" srcOrd="0" destOrd="1" presId="urn:microsoft.com/office/officeart/2005/8/layout/list1"/>
    <dgm:cxn modelId="{982BF645-6856-44B6-A7DD-AE234F028CFF}" srcId="{6AB18CD3-D190-4621-BA86-757F52B3ADE3}" destId="{0685D765-0BCC-490A-801E-0814E189F8B0}" srcOrd="0" destOrd="0" parTransId="{04646778-A539-48E9-BB7F-CBABD59D42D2}" sibTransId="{62AF4AE4-B244-4B7F-9594-0BAD89BFE638}"/>
    <dgm:cxn modelId="{86DF9646-99DF-41CF-8BDA-5F2A32C8AFB8}" type="presOf" srcId="{35264D9A-FFAA-43B0-A687-DC078E7A6E37}" destId="{A11F6601-EAC7-489B-A3E2-91C767CAD4B7}" srcOrd="0" destOrd="0" presId="urn:microsoft.com/office/officeart/2005/8/layout/list1"/>
    <dgm:cxn modelId="{206ED253-CFD2-4F11-A3FD-739F00CE8D8C}" type="presOf" srcId="{6C6AFFCE-0361-49A7-BAA5-4F982FBA31ED}" destId="{880740CB-26E0-40EC-AB91-6585CBBDE6FD}" srcOrd="0" destOrd="1" presId="urn:microsoft.com/office/officeart/2005/8/layout/list1"/>
    <dgm:cxn modelId="{0E257577-BC3B-486B-9831-D43E6B5ADC41}" srcId="{E1DA053D-9553-46C4-B602-C3123E60B373}" destId="{A0768F92-35AE-4952-9692-CE277F704A35}" srcOrd="1" destOrd="0" parTransId="{F6649AC0-3D13-48AA-9BA8-9B04B7B5C4C6}" sibTransId="{2A788EED-C358-4689-BAA3-F5EFD7FB0BDA}"/>
    <dgm:cxn modelId="{7E785358-C9D6-48B4-A976-DCDD296252C6}" type="presOf" srcId="{77389489-F3AE-4C5C-A578-C60D2D9A4713}" destId="{880740CB-26E0-40EC-AB91-6585CBBDE6FD}" srcOrd="0" destOrd="0" presId="urn:microsoft.com/office/officeart/2005/8/layout/list1"/>
    <dgm:cxn modelId="{0791C997-BC54-466A-9BBC-C5955BC90C28}" srcId="{11397226-D28C-47C0-B8D4-546A961F0512}" destId="{E1DA053D-9553-46C4-B602-C3123E60B373}" srcOrd="1" destOrd="0" parTransId="{1BCD7598-8576-4836-ACB4-631815DB3329}" sibTransId="{3EA5AB28-E600-46CE-87CF-241BB144ECE8}"/>
    <dgm:cxn modelId="{41CB789D-041E-4FF7-B75C-149389FDE1B9}" type="presOf" srcId="{6AB18CD3-D190-4621-BA86-757F52B3ADE3}" destId="{C29B9624-0512-4EFC-9C21-E9FCD4EB7A8C}" srcOrd="0" destOrd="0" presId="urn:microsoft.com/office/officeart/2005/8/layout/list1"/>
    <dgm:cxn modelId="{FBD0909E-2E6D-4A5E-833F-5986E482ED73}" type="presOf" srcId="{A0768F92-35AE-4952-9692-CE277F704A35}" destId="{D26BF120-ED99-4122-A187-670F4D97A61D}" srcOrd="0" destOrd="1" presId="urn:microsoft.com/office/officeart/2005/8/layout/list1"/>
    <dgm:cxn modelId="{70C113A1-FE6F-406A-8693-1A38C3451E69}" srcId="{E1DA053D-9553-46C4-B602-C3123E60B373}" destId="{C5C6A71E-1757-48CE-B5F7-7FF439365AFC}" srcOrd="0" destOrd="0" parTransId="{B78EB2EB-0782-4D25-8936-0F9E71ED7E84}" sibTransId="{F06BCAB2-DE0D-4BF3-9343-8FA226C51F58}"/>
    <dgm:cxn modelId="{6330EFA4-667F-472E-BF4E-F7C629D0BBA9}" type="presOf" srcId="{11397226-D28C-47C0-B8D4-546A961F0512}" destId="{943764B9-491D-4E01-B88B-013B53599849}" srcOrd="0" destOrd="0" presId="urn:microsoft.com/office/officeart/2005/8/layout/list1"/>
    <dgm:cxn modelId="{CDA5F8B3-B0EE-40B8-B3EA-DE873D927AC1}" srcId="{0C833E97-5CF1-45E4-B774-1D690776ED88}" destId="{77389489-F3AE-4C5C-A578-C60D2D9A4713}" srcOrd="0" destOrd="0" parTransId="{E0AA8CBE-246F-4703-B7DF-CF38E963722D}" sibTransId="{F3157F28-386F-4C55-9662-F93F20A648FB}"/>
    <dgm:cxn modelId="{010BC7C0-39F8-4C57-AD14-28240ADE230B}" srcId="{11397226-D28C-47C0-B8D4-546A961F0512}" destId="{35264D9A-FFAA-43B0-A687-DC078E7A6E37}" srcOrd="3" destOrd="0" parTransId="{EBE5A7FF-EA70-4EC0-9600-E05537C086EC}" sibTransId="{8B1FBE77-7138-4B1F-B470-6B49C2C1A700}"/>
    <dgm:cxn modelId="{447D45CC-B8EA-438A-8B99-ABAC4B15D288}" type="presOf" srcId="{0C833E97-5CF1-45E4-B774-1D690776ED88}" destId="{A8D0F097-8188-4D7C-A37B-7C713225ADA9}" srcOrd="0" destOrd="0" presId="urn:microsoft.com/office/officeart/2005/8/layout/list1"/>
    <dgm:cxn modelId="{996891E0-5869-41F8-A50C-DF93FA2FF517}" type="presOf" srcId="{6AB18CD3-D190-4621-BA86-757F52B3ADE3}" destId="{6BB289C2-FBDE-4BEE-9DA4-C6EF0846F4C2}" srcOrd="1" destOrd="0" presId="urn:microsoft.com/office/officeart/2005/8/layout/list1"/>
    <dgm:cxn modelId="{6F647DE5-4D02-424A-A5F0-658315E29111}" type="presOf" srcId="{5C8FF01E-A8E4-4D9A-8A50-F1D58D0F0E06}" destId="{20668403-C46A-4169-A3E2-65DD905A3143}" srcOrd="0" destOrd="0" presId="urn:microsoft.com/office/officeart/2005/8/layout/list1"/>
    <dgm:cxn modelId="{53DA1BE7-38D4-4A6B-9B66-F1396545A55D}" type="presOf" srcId="{35264D9A-FFAA-43B0-A687-DC078E7A6E37}" destId="{18F02DEB-9DD1-4B22-A0E0-CA61373B99B0}" srcOrd="1" destOrd="0" presId="urn:microsoft.com/office/officeart/2005/8/layout/list1"/>
    <dgm:cxn modelId="{576ACAE8-3506-485E-9294-F01D3B18ECE8}" srcId="{11397226-D28C-47C0-B8D4-546A961F0512}" destId="{0C833E97-5CF1-45E4-B774-1D690776ED88}" srcOrd="2" destOrd="0" parTransId="{C54356F9-EDE9-4F9E-8A34-CEFC81EC7E01}" sibTransId="{B0918E1C-4F1A-48AF-8709-27A5C0E4A784}"/>
    <dgm:cxn modelId="{FED62DE9-94FC-4793-94BE-07FD9DA51BC2}" srcId="{6AB18CD3-D190-4621-BA86-757F52B3ADE3}" destId="{96D5CAD9-98BF-49D8-AB2B-3B40003B00A2}" srcOrd="1" destOrd="0" parTransId="{D18E9A64-B5BC-4793-989D-FE49D11ACE68}" sibTransId="{21CFFAB4-32FA-4607-BB68-F90C755612AD}"/>
    <dgm:cxn modelId="{FDD68EEA-9941-4434-AB1E-FA69A6FACD2A}" type="presOf" srcId="{E1DA053D-9553-46C4-B602-C3123E60B373}" destId="{6D832AE3-9BE1-43BB-BBAC-70507CA5742C}" srcOrd="0" destOrd="0" presId="urn:microsoft.com/office/officeart/2005/8/layout/list1"/>
    <dgm:cxn modelId="{5DBE84F2-0EAF-41B5-B2F1-20D682E58627}" srcId="{11397226-D28C-47C0-B8D4-546A961F0512}" destId="{6AB18CD3-D190-4621-BA86-757F52B3ADE3}" srcOrd="0" destOrd="0" parTransId="{165F7DF7-06E5-466A-9D43-A3F52EC5BA01}" sibTransId="{FC7C5C91-E702-4A13-B719-E9D165EA2D2A}"/>
    <dgm:cxn modelId="{58A3AEF7-F7C1-444B-A899-74277BE11BFA}" srcId="{35264D9A-FFAA-43B0-A687-DC078E7A6E37}" destId="{5C8FF01E-A8E4-4D9A-8A50-F1D58D0F0E06}" srcOrd="0" destOrd="0" parTransId="{DA9F6644-C024-4045-BD13-9726AF65EDA3}" sibTransId="{993E2C35-951B-4FEB-96E3-8A34CAF4F61F}"/>
    <dgm:cxn modelId="{5BE0B4FA-3CCB-4737-8DD6-2A55AFF3CA32}" type="presOf" srcId="{0C833E97-5CF1-45E4-B774-1D690776ED88}" destId="{9A3726E7-C10A-4F85-B244-62989221B152}" srcOrd="1" destOrd="0" presId="urn:microsoft.com/office/officeart/2005/8/layout/list1"/>
    <dgm:cxn modelId="{1CD8895F-A5DA-4190-A692-C0E203219AE9}" type="presParOf" srcId="{943764B9-491D-4E01-B88B-013B53599849}" destId="{1CCFDEEC-00D9-4B6E-88AD-2EF4A15D6648}" srcOrd="0" destOrd="0" presId="urn:microsoft.com/office/officeart/2005/8/layout/list1"/>
    <dgm:cxn modelId="{3BD3E0C3-6A82-4766-BE55-60207D20FE07}" type="presParOf" srcId="{1CCFDEEC-00D9-4B6E-88AD-2EF4A15D6648}" destId="{C29B9624-0512-4EFC-9C21-E9FCD4EB7A8C}" srcOrd="0" destOrd="0" presId="urn:microsoft.com/office/officeart/2005/8/layout/list1"/>
    <dgm:cxn modelId="{B16AAAC2-6325-451A-B780-2C70C31C470D}" type="presParOf" srcId="{1CCFDEEC-00D9-4B6E-88AD-2EF4A15D6648}" destId="{6BB289C2-FBDE-4BEE-9DA4-C6EF0846F4C2}" srcOrd="1" destOrd="0" presId="urn:microsoft.com/office/officeart/2005/8/layout/list1"/>
    <dgm:cxn modelId="{EFBB4D8F-CBD9-47F9-8F2C-2AA51EA874AF}" type="presParOf" srcId="{943764B9-491D-4E01-B88B-013B53599849}" destId="{B79AE802-3106-4354-94D8-1B41793EC095}" srcOrd="1" destOrd="0" presId="urn:microsoft.com/office/officeart/2005/8/layout/list1"/>
    <dgm:cxn modelId="{B6C2B44D-B179-4022-BC83-2E2BC49678B4}" type="presParOf" srcId="{943764B9-491D-4E01-B88B-013B53599849}" destId="{5C1807D5-B98D-43BB-925D-C524BA9A1EB9}" srcOrd="2" destOrd="0" presId="urn:microsoft.com/office/officeart/2005/8/layout/list1"/>
    <dgm:cxn modelId="{3206F291-D92C-4839-8F78-F24DE55B56B0}" type="presParOf" srcId="{943764B9-491D-4E01-B88B-013B53599849}" destId="{AAE3DEE6-05C9-4557-85EB-4877428983A7}" srcOrd="3" destOrd="0" presId="urn:microsoft.com/office/officeart/2005/8/layout/list1"/>
    <dgm:cxn modelId="{E0DCE74A-32A5-47ED-A3DE-80EE256ECACC}" type="presParOf" srcId="{943764B9-491D-4E01-B88B-013B53599849}" destId="{C3F4FBF1-FDBB-42E0-9D3E-1606951DD71D}" srcOrd="4" destOrd="0" presId="urn:microsoft.com/office/officeart/2005/8/layout/list1"/>
    <dgm:cxn modelId="{F0EAB24F-1CBF-4FA9-9881-EFAC80B422BD}" type="presParOf" srcId="{C3F4FBF1-FDBB-42E0-9D3E-1606951DD71D}" destId="{6D832AE3-9BE1-43BB-BBAC-70507CA5742C}" srcOrd="0" destOrd="0" presId="urn:microsoft.com/office/officeart/2005/8/layout/list1"/>
    <dgm:cxn modelId="{27EEFAF2-A1CB-4DF2-B260-91967D5791CD}" type="presParOf" srcId="{C3F4FBF1-FDBB-42E0-9D3E-1606951DD71D}" destId="{77619F02-0EA6-4C29-953D-77699AAB18AF}" srcOrd="1" destOrd="0" presId="urn:microsoft.com/office/officeart/2005/8/layout/list1"/>
    <dgm:cxn modelId="{1B4F227E-6F33-49D0-B17C-2C2F08F6B116}" type="presParOf" srcId="{943764B9-491D-4E01-B88B-013B53599849}" destId="{1A87B497-4107-4990-B89C-3BD6EFAD1836}" srcOrd="5" destOrd="0" presId="urn:microsoft.com/office/officeart/2005/8/layout/list1"/>
    <dgm:cxn modelId="{5A98CEE2-9A1E-49EA-A580-3602FE499F53}" type="presParOf" srcId="{943764B9-491D-4E01-B88B-013B53599849}" destId="{D26BF120-ED99-4122-A187-670F4D97A61D}" srcOrd="6" destOrd="0" presId="urn:microsoft.com/office/officeart/2005/8/layout/list1"/>
    <dgm:cxn modelId="{3D559480-93AA-420F-93A2-16A47AC4FBD2}" type="presParOf" srcId="{943764B9-491D-4E01-B88B-013B53599849}" destId="{C6543F3A-2560-4F27-AFF1-37B36C17F94F}" srcOrd="7" destOrd="0" presId="urn:microsoft.com/office/officeart/2005/8/layout/list1"/>
    <dgm:cxn modelId="{9BC54F5C-E5F6-49E2-B9BE-764F306FA85B}" type="presParOf" srcId="{943764B9-491D-4E01-B88B-013B53599849}" destId="{C3C203CE-BFD0-4498-9095-C8C172B9BE8F}" srcOrd="8" destOrd="0" presId="urn:microsoft.com/office/officeart/2005/8/layout/list1"/>
    <dgm:cxn modelId="{459CAD5D-B3B8-4FEC-A031-C4F34D0AE3AA}" type="presParOf" srcId="{C3C203CE-BFD0-4498-9095-C8C172B9BE8F}" destId="{A8D0F097-8188-4D7C-A37B-7C713225ADA9}" srcOrd="0" destOrd="0" presId="urn:microsoft.com/office/officeart/2005/8/layout/list1"/>
    <dgm:cxn modelId="{E8D7288D-4232-4AB8-9F58-0D57C44182A6}" type="presParOf" srcId="{C3C203CE-BFD0-4498-9095-C8C172B9BE8F}" destId="{9A3726E7-C10A-4F85-B244-62989221B152}" srcOrd="1" destOrd="0" presId="urn:microsoft.com/office/officeart/2005/8/layout/list1"/>
    <dgm:cxn modelId="{5FB3BFD9-7D7C-4BF4-9FA0-BEF14F5D257F}" type="presParOf" srcId="{943764B9-491D-4E01-B88B-013B53599849}" destId="{2F9A99A7-A9C4-47CF-987B-81AA7ACDD578}" srcOrd="9" destOrd="0" presId="urn:microsoft.com/office/officeart/2005/8/layout/list1"/>
    <dgm:cxn modelId="{712DD7DC-7D97-48EF-AE13-A2BDEB2AB6DB}" type="presParOf" srcId="{943764B9-491D-4E01-B88B-013B53599849}" destId="{880740CB-26E0-40EC-AB91-6585CBBDE6FD}" srcOrd="10" destOrd="0" presId="urn:microsoft.com/office/officeart/2005/8/layout/list1"/>
    <dgm:cxn modelId="{597A372D-AA47-4AA3-B954-27A890713D71}" type="presParOf" srcId="{943764B9-491D-4E01-B88B-013B53599849}" destId="{0218886A-BF82-4E94-9B2B-E7BCCD32724C}" srcOrd="11" destOrd="0" presId="urn:microsoft.com/office/officeart/2005/8/layout/list1"/>
    <dgm:cxn modelId="{6EF3A73C-3738-41D9-92CE-5967F5D1BE96}" type="presParOf" srcId="{943764B9-491D-4E01-B88B-013B53599849}" destId="{EC4D3E21-DA93-4E24-B7E3-7592F428593D}" srcOrd="12" destOrd="0" presId="urn:microsoft.com/office/officeart/2005/8/layout/list1"/>
    <dgm:cxn modelId="{0B016BE6-06BD-45DE-9991-5475798F4D4B}" type="presParOf" srcId="{EC4D3E21-DA93-4E24-B7E3-7592F428593D}" destId="{A11F6601-EAC7-489B-A3E2-91C767CAD4B7}" srcOrd="0" destOrd="0" presId="urn:microsoft.com/office/officeart/2005/8/layout/list1"/>
    <dgm:cxn modelId="{169B50C5-F821-48AD-B660-F1B528DB3300}" type="presParOf" srcId="{EC4D3E21-DA93-4E24-B7E3-7592F428593D}" destId="{18F02DEB-9DD1-4B22-A0E0-CA61373B99B0}" srcOrd="1" destOrd="0" presId="urn:microsoft.com/office/officeart/2005/8/layout/list1"/>
    <dgm:cxn modelId="{1A4F879D-923B-4F1C-B9A1-536B73DB6CC4}" type="presParOf" srcId="{943764B9-491D-4E01-B88B-013B53599849}" destId="{0F3F94C0-E86D-462C-B99D-DB8E51842BFB}" srcOrd="13" destOrd="0" presId="urn:microsoft.com/office/officeart/2005/8/layout/list1"/>
    <dgm:cxn modelId="{E0FD0290-109B-4E94-ABB7-A2D31B8C6B89}" type="presParOf" srcId="{943764B9-491D-4E01-B88B-013B53599849}" destId="{20668403-C46A-4169-A3E2-65DD905A314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6A0470C5-33AA-4B0B-B952-4F8F33BD35D7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98EB2B40-4259-467D-A615-180AC81B8AA0}">
      <dgm:prSet phldrT="[Testo]"/>
      <dgm:spPr/>
      <dgm:t>
        <a:bodyPr/>
        <a:lstStyle/>
        <a:p>
          <a:r>
            <a:rPr lang="it-IT" dirty="0"/>
            <a:t>A </a:t>
          </a:r>
          <a:r>
            <a:rPr lang="it-IT" dirty="0" err="1"/>
            <a:t>is</a:t>
          </a:r>
          <a:r>
            <a:rPr lang="it-IT" dirty="0"/>
            <a:t> a high sparse </a:t>
          </a:r>
          <a:r>
            <a:rPr lang="it-IT" dirty="0" err="1"/>
            <a:t>matrix</a:t>
          </a:r>
          <a:endParaRPr lang="it-IT" dirty="0"/>
        </a:p>
      </dgm:t>
    </dgm:pt>
    <dgm:pt modelId="{06F8B0EC-B99F-4559-BF4D-5004A399D17A}" type="parTrans" cxnId="{DBFC63B7-EC1B-4A20-AFE2-1CAE9F187F05}">
      <dgm:prSet/>
      <dgm:spPr/>
      <dgm:t>
        <a:bodyPr/>
        <a:lstStyle/>
        <a:p>
          <a:endParaRPr lang="it-IT"/>
        </a:p>
      </dgm:t>
    </dgm:pt>
    <dgm:pt modelId="{7C729291-3EA6-49A2-8C66-20CEA402AABA}" type="sibTrans" cxnId="{DBFC63B7-EC1B-4A20-AFE2-1CAE9F187F05}">
      <dgm:prSet/>
      <dgm:spPr/>
      <dgm:t>
        <a:bodyPr/>
        <a:lstStyle/>
        <a:p>
          <a:endParaRPr lang="it-IT"/>
        </a:p>
      </dgm:t>
    </dgm:pt>
    <dgm:pt modelId="{B316226E-C621-4A9C-98C7-9AA6107F341E}">
      <dgm:prSet phldrT="[Testo]"/>
      <dgm:spPr/>
      <dgm:t>
        <a:bodyPr/>
        <a:lstStyle/>
        <a:p>
          <a:r>
            <a:rPr lang="en-US" dirty="0"/>
            <a:t>A is very unbalanced matrix</a:t>
          </a:r>
          <a:endParaRPr lang="it-IT" dirty="0"/>
        </a:p>
      </dgm:t>
    </dgm:pt>
    <dgm:pt modelId="{EC9A1C7F-1615-468B-9896-74F6F0C56797}" type="parTrans" cxnId="{8471DD7F-AAA5-4211-8125-BA4CA73561A3}">
      <dgm:prSet/>
      <dgm:spPr/>
      <dgm:t>
        <a:bodyPr/>
        <a:lstStyle/>
        <a:p>
          <a:endParaRPr lang="it-IT"/>
        </a:p>
      </dgm:t>
    </dgm:pt>
    <dgm:pt modelId="{8A717BB1-65E1-44E5-913C-1EB13583B7F7}" type="sibTrans" cxnId="{8471DD7F-AAA5-4211-8125-BA4CA73561A3}">
      <dgm:prSet/>
      <dgm:spPr/>
      <dgm:t>
        <a:bodyPr/>
        <a:lstStyle/>
        <a:p>
          <a:endParaRPr lang="it-IT"/>
        </a:p>
      </dgm:t>
    </dgm:pt>
    <dgm:pt modelId="{4C667A0B-C690-4751-91AB-641D8FCE070F}">
      <dgm:prSet phldrT="[Testo]"/>
      <dgm:spPr/>
      <dgm:t>
        <a:bodyPr/>
        <a:lstStyle/>
        <a:p>
          <a:r>
            <a:rPr lang="it-IT" dirty="0" err="1"/>
            <a:t>Missing</a:t>
          </a:r>
          <a:r>
            <a:rPr lang="it-IT" dirty="0"/>
            <a:t> </a:t>
          </a:r>
          <a:r>
            <a:rPr lang="it-IT" dirty="0" err="1"/>
            <a:t>exiplicit</a:t>
          </a:r>
          <a:r>
            <a:rPr lang="it-IT" dirty="0"/>
            <a:t> rating </a:t>
          </a:r>
          <a:r>
            <a:rPr lang="it-IT" dirty="0" err="1"/>
            <a:t>value</a:t>
          </a:r>
          <a:endParaRPr lang="it-IT" dirty="0"/>
        </a:p>
      </dgm:t>
    </dgm:pt>
    <dgm:pt modelId="{AE8FB122-4559-4D07-9DE1-C8EDBCE047CF}" type="parTrans" cxnId="{C34FB14B-B82D-476C-A400-97E3247CF3FA}">
      <dgm:prSet/>
      <dgm:spPr/>
      <dgm:t>
        <a:bodyPr/>
        <a:lstStyle/>
        <a:p>
          <a:endParaRPr lang="it-IT"/>
        </a:p>
      </dgm:t>
    </dgm:pt>
    <dgm:pt modelId="{AB8AA456-D8D5-4B17-927A-727AB42B9EEE}" type="sibTrans" cxnId="{C34FB14B-B82D-476C-A400-97E3247CF3FA}">
      <dgm:prSet/>
      <dgm:spPr/>
      <dgm:t>
        <a:bodyPr/>
        <a:lstStyle/>
        <a:p>
          <a:endParaRPr lang="it-IT"/>
        </a:p>
      </dgm:t>
    </dgm:pt>
    <dgm:pt modelId="{6991FAFD-B970-4715-9DEB-8419D690CF37}" type="pres">
      <dgm:prSet presAssocID="{6A0470C5-33AA-4B0B-B952-4F8F33BD35D7}" presName="diagram" presStyleCnt="0">
        <dgm:presLayoutVars>
          <dgm:dir/>
          <dgm:resizeHandles val="exact"/>
        </dgm:presLayoutVars>
      </dgm:prSet>
      <dgm:spPr/>
    </dgm:pt>
    <dgm:pt modelId="{7554E5E4-B4A3-452E-8D2F-2272F0D02811}" type="pres">
      <dgm:prSet presAssocID="{98EB2B40-4259-467D-A615-180AC81B8AA0}" presName="node" presStyleLbl="node1" presStyleIdx="0" presStyleCnt="3" custLinFactNeighborX="-26" custLinFactNeighborY="-595">
        <dgm:presLayoutVars>
          <dgm:bulletEnabled val="1"/>
        </dgm:presLayoutVars>
      </dgm:prSet>
      <dgm:spPr/>
    </dgm:pt>
    <dgm:pt modelId="{BE48BAAF-55AE-4900-B511-CFABC2E39DDB}" type="pres">
      <dgm:prSet presAssocID="{7C729291-3EA6-49A2-8C66-20CEA402AABA}" presName="sibTrans" presStyleCnt="0"/>
      <dgm:spPr/>
    </dgm:pt>
    <dgm:pt modelId="{9963DF30-7C8C-4CAB-B093-4F641E7599D0}" type="pres">
      <dgm:prSet presAssocID="{B316226E-C621-4A9C-98C7-9AA6107F341E}" presName="node" presStyleLbl="node1" presStyleIdx="1" presStyleCnt="3">
        <dgm:presLayoutVars>
          <dgm:bulletEnabled val="1"/>
        </dgm:presLayoutVars>
      </dgm:prSet>
      <dgm:spPr/>
    </dgm:pt>
    <dgm:pt modelId="{D67C6BD4-ECA5-4E3F-A966-FAF4F2444A09}" type="pres">
      <dgm:prSet presAssocID="{8A717BB1-65E1-44E5-913C-1EB13583B7F7}" presName="sibTrans" presStyleCnt="0"/>
      <dgm:spPr/>
    </dgm:pt>
    <dgm:pt modelId="{FDD6F202-F958-4C07-9E6A-A43091BE514F}" type="pres">
      <dgm:prSet presAssocID="{4C667A0B-C690-4751-91AB-641D8FCE070F}" presName="node" presStyleLbl="node1" presStyleIdx="2" presStyleCnt="3">
        <dgm:presLayoutVars>
          <dgm:bulletEnabled val="1"/>
        </dgm:presLayoutVars>
      </dgm:prSet>
      <dgm:spPr/>
    </dgm:pt>
  </dgm:ptLst>
  <dgm:cxnLst>
    <dgm:cxn modelId="{19964713-442B-4C89-B36D-6D4B8DE7EB19}" type="presOf" srcId="{6A0470C5-33AA-4B0B-B952-4F8F33BD35D7}" destId="{6991FAFD-B970-4715-9DEB-8419D690CF37}" srcOrd="0" destOrd="0" presId="urn:microsoft.com/office/officeart/2005/8/layout/default"/>
    <dgm:cxn modelId="{C34FB14B-B82D-476C-A400-97E3247CF3FA}" srcId="{6A0470C5-33AA-4B0B-B952-4F8F33BD35D7}" destId="{4C667A0B-C690-4751-91AB-641D8FCE070F}" srcOrd="2" destOrd="0" parTransId="{AE8FB122-4559-4D07-9DE1-C8EDBCE047CF}" sibTransId="{AB8AA456-D8D5-4B17-927A-727AB42B9EEE}"/>
    <dgm:cxn modelId="{035C4D6F-C42B-4D9C-812A-35A577688A3A}" type="presOf" srcId="{98EB2B40-4259-467D-A615-180AC81B8AA0}" destId="{7554E5E4-B4A3-452E-8D2F-2272F0D02811}" srcOrd="0" destOrd="0" presId="urn:microsoft.com/office/officeart/2005/8/layout/default"/>
    <dgm:cxn modelId="{CB6D435A-0142-4965-9565-2AFC6A481F15}" type="presOf" srcId="{4C667A0B-C690-4751-91AB-641D8FCE070F}" destId="{FDD6F202-F958-4C07-9E6A-A43091BE514F}" srcOrd="0" destOrd="0" presId="urn:microsoft.com/office/officeart/2005/8/layout/default"/>
    <dgm:cxn modelId="{8471DD7F-AAA5-4211-8125-BA4CA73561A3}" srcId="{6A0470C5-33AA-4B0B-B952-4F8F33BD35D7}" destId="{B316226E-C621-4A9C-98C7-9AA6107F341E}" srcOrd="1" destOrd="0" parTransId="{EC9A1C7F-1615-468B-9896-74F6F0C56797}" sibTransId="{8A717BB1-65E1-44E5-913C-1EB13583B7F7}"/>
    <dgm:cxn modelId="{EC1A8882-AA7A-4870-902B-675AC817EA53}" type="presOf" srcId="{B316226E-C621-4A9C-98C7-9AA6107F341E}" destId="{9963DF30-7C8C-4CAB-B093-4F641E7599D0}" srcOrd="0" destOrd="0" presId="urn:microsoft.com/office/officeart/2005/8/layout/default"/>
    <dgm:cxn modelId="{DBFC63B7-EC1B-4A20-AFE2-1CAE9F187F05}" srcId="{6A0470C5-33AA-4B0B-B952-4F8F33BD35D7}" destId="{98EB2B40-4259-467D-A615-180AC81B8AA0}" srcOrd="0" destOrd="0" parTransId="{06F8B0EC-B99F-4559-BF4D-5004A399D17A}" sibTransId="{7C729291-3EA6-49A2-8C66-20CEA402AABA}"/>
    <dgm:cxn modelId="{C05E69FD-120A-4303-9886-4E6E7F66ADF7}" type="presParOf" srcId="{6991FAFD-B970-4715-9DEB-8419D690CF37}" destId="{7554E5E4-B4A3-452E-8D2F-2272F0D02811}" srcOrd="0" destOrd="0" presId="urn:microsoft.com/office/officeart/2005/8/layout/default"/>
    <dgm:cxn modelId="{0287FDF1-6BF0-4111-BE9D-3330252B43C9}" type="presParOf" srcId="{6991FAFD-B970-4715-9DEB-8419D690CF37}" destId="{BE48BAAF-55AE-4900-B511-CFABC2E39DDB}" srcOrd="1" destOrd="0" presId="urn:microsoft.com/office/officeart/2005/8/layout/default"/>
    <dgm:cxn modelId="{7A610D4E-1740-4585-A3D8-3B8B51B1D919}" type="presParOf" srcId="{6991FAFD-B970-4715-9DEB-8419D690CF37}" destId="{9963DF30-7C8C-4CAB-B093-4F641E7599D0}" srcOrd="2" destOrd="0" presId="urn:microsoft.com/office/officeart/2005/8/layout/default"/>
    <dgm:cxn modelId="{93A3484A-6A78-4B18-BB5B-F6618C029455}" type="presParOf" srcId="{6991FAFD-B970-4715-9DEB-8419D690CF37}" destId="{D67C6BD4-ECA5-4E3F-A966-FAF4F2444A09}" srcOrd="3" destOrd="0" presId="urn:microsoft.com/office/officeart/2005/8/layout/default"/>
    <dgm:cxn modelId="{3FE8C6B8-B5AE-4DFC-9BE7-D84F92675D68}" type="presParOf" srcId="{6991FAFD-B970-4715-9DEB-8419D690CF37}" destId="{FDD6F202-F958-4C07-9E6A-A43091BE514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C022D93-AE2D-40D2-A4C0-F7DAEA678EA8}" type="doc">
      <dgm:prSet loTypeId="urn:microsoft.com/office/officeart/2008/layout/VerticalCurv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it-IT"/>
        </a:p>
      </dgm:t>
    </dgm:pt>
    <dgm:pt modelId="{A7F1D2F1-8644-499B-8136-529205AB83E3}">
      <dgm:prSet phldrT="[Testo]"/>
      <dgm:spPr/>
      <dgm:t>
        <a:bodyPr/>
        <a:lstStyle/>
        <a:p>
          <a:r>
            <a:rPr lang="it-IT" dirty="0"/>
            <a:t>The </a:t>
          </a:r>
          <a:r>
            <a:rPr lang="it-IT" dirty="0" err="1"/>
            <a:t>matrix</a:t>
          </a:r>
          <a:r>
            <a:rPr lang="it-IT" dirty="0"/>
            <a:t> users-items </a:t>
          </a:r>
          <a:r>
            <a:rPr lang="it-IT" dirty="0" err="1"/>
            <a:t>is</a:t>
          </a:r>
          <a:r>
            <a:rPr lang="it-IT" dirty="0"/>
            <a:t> </a:t>
          </a:r>
          <a:r>
            <a:rPr lang="it-IT" dirty="0" err="1"/>
            <a:t>very</a:t>
          </a:r>
          <a:r>
            <a:rPr lang="it-IT" dirty="0"/>
            <a:t> sparse &gt;= 85 %</a:t>
          </a:r>
        </a:p>
      </dgm:t>
    </dgm:pt>
    <dgm:pt modelId="{6024B500-0B37-4DE0-BB9C-C5CE9118BE27}" type="parTrans" cxnId="{151B07DF-D2B4-4D53-AC05-2A06619288CE}">
      <dgm:prSet/>
      <dgm:spPr/>
      <dgm:t>
        <a:bodyPr/>
        <a:lstStyle/>
        <a:p>
          <a:endParaRPr lang="it-IT"/>
        </a:p>
      </dgm:t>
    </dgm:pt>
    <dgm:pt modelId="{FFB5ECBB-D986-4B92-8E31-36556F70C6A8}" type="sibTrans" cxnId="{151B07DF-D2B4-4D53-AC05-2A06619288CE}">
      <dgm:prSet/>
      <dgm:spPr/>
      <dgm:t>
        <a:bodyPr/>
        <a:lstStyle/>
        <a:p>
          <a:endParaRPr lang="it-IT"/>
        </a:p>
      </dgm:t>
    </dgm:pt>
    <dgm:pt modelId="{F07CA55B-6C4E-4DB1-9E54-3679AC11E747}">
      <dgm:prSet phldrT="[Testo]"/>
      <dgm:spPr/>
      <dgm:t>
        <a:bodyPr/>
        <a:lstStyle/>
        <a:p>
          <a:r>
            <a:rPr lang="en-US" dirty="0"/>
            <a:t>The current value of RMSE is &lt;= 0,5</a:t>
          </a:r>
          <a:endParaRPr lang="it-IT" dirty="0"/>
        </a:p>
      </dgm:t>
    </dgm:pt>
    <dgm:pt modelId="{F42BF788-E47A-4A5A-A09E-9896987607C9}" type="parTrans" cxnId="{D782B286-1FAC-4F99-B705-132892ED5572}">
      <dgm:prSet/>
      <dgm:spPr/>
      <dgm:t>
        <a:bodyPr/>
        <a:lstStyle/>
        <a:p>
          <a:endParaRPr lang="it-IT"/>
        </a:p>
      </dgm:t>
    </dgm:pt>
    <dgm:pt modelId="{CAD97670-4F1E-4D3C-A0D1-C68CA7C5DA84}" type="sibTrans" cxnId="{D782B286-1FAC-4F99-B705-132892ED5572}">
      <dgm:prSet/>
      <dgm:spPr/>
      <dgm:t>
        <a:bodyPr/>
        <a:lstStyle/>
        <a:p>
          <a:endParaRPr lang="it-IT"/>
        </a:p>
      </dgm:t>
    </dgm:pt>
    <dgm:pt modelId="{42420C7B-8545-4768-B5CF-1EFC4C694023}">
      <dgm:prSet phldrT="[Testo]"/>
      <dgm:spPr/>
      <dgm:t>
        <a:bodyPr/>
        <a:lstStyle/>
        <a:p>
          <a:r>
            <a:rPr lang="it-IT" dirty="0"/>
            <a:t>The </a:t>
          </a:r>
          <a:r>
            <a:rPr lang="it-IT" dirty="0" err="1"/>
            <a:t>matrix</a:t>
          </a:r>
          <a:r>
            <a:rPr lang="it-IT" dirty="0"/>
            <a:t> users-items </a:t>
          </a:r>
          <a:r>
            <a:rPr lang="it-IT" dirty="0" err="1"/>
            <a:t>is</a:t>
          </a:r>
          <a:r>
            <a:rPr lang="it-IT" dirty="0"/>
            <a:t> </a:t>
          </a:r>
          <a:r>
            <a:rPr lang="it-IT" dirty="0" err="1"/>
            <a:t>very</a:t>
          </a:r>
          <a:r>
            <a:rPr lang="it-IT" dirty="0"/>
            <a:t> </a:t>
          </a:r>
          <a:r>
            <a:rPr lang="it-IT" dirty="0" err="1"/>
            <a:t>unbalanced</a:t>
          </a:r>
          <a:endParaRPr lang="it-IT" dirty="0"/>
        </a:p>
      </dgm:t>
    </dgm:pt>
    <dgm:pt modelId="{47C89A7D-4B1A-437A-AC75-D3D06C5A29E0}" type="parTrans" cxnId="{DD264F08-BA06-4961-A7E9-9B3C8F87CE25}">
      <dgm:prSet/>
      <dgm:spPr/>
      <dgm:t>
        <a:bodyPr/>
        <a:lstStyle/>
        <a:p>
          <a:endParaRPr lang="it-IT"/>
        </a:p>
      </dgm:t>
    </dgm:pt>
    <dgm:pt modelId="{AEA9B160-EC39-4073-8F85-8F95028E3680}" type="sibTrans" cxnId="{DD264F08-BA06-4961-A7E9-9B3C8F87CE25}">
      <dgm:prSet/>
      <dgm:spPr/>
      <dgm:t>
        <a:bodyPr/>
        <a:lstStyle/>
        <a:p>
          <a:endParaRPr lang="it-IT"/>
        </a:p>
      </dgm:t>
    </dgm:pt>
    <dgm:pt modelId="{6768B4E4-D46F-40B2-ACD9-E4EFBE3E7FA2}">
      <dgm:prSet phldrT="[Testo]"/>
      <dgm:spPr/>
      <dgm:t>
        <a:bodyPr/>
        <a:lstStyle/>
        <a:p>
          <a:r>
            <a:rPr lang="it-IT" dirty="0"/>
            <a:t>The model </a:t>
          </a:r>
          <a:r>
            <a:rPr lang="it-IT" dirty="0" err="1"/>
            <a:t>is</a:t>
          </a:r>
          <a:r>
            <a:rPr lang="it-IT" dirty="0"/>
            <a:t> </a:t>
          </a:r>
          <a:r>
            <a:rPr lang="it-IT" dirty="0" err="1"/>
            <a:t>unusable</a:t>
          </a:r>
          <a:endParaRPr lang="it-IT" dirty="0"/>
        </a:p>
      </dgm:t>
    </dgm:pt>
    <dgm:pt modelId="{E9DF4A6D-7EDE-45F9-9C65-7B4201FEB09F}" type="parTrans" cxnId="{79CAF951-2C10-47A0-9586-4218FB417177}">
      <dgm:prSet/>
      <dgm:spPr/>
      <dgm:t>
        <a:bodyPr/>
        <a:lstStyle/>
        <a:p>
          <a:endParaRPr lang="it-IT"/>
        </a:p>
      </dgm:t>
    </dgm:pt>
    <dgm:pt modelId="{E0D41A7B-B1AC-4C00-99A0-251B2A2C036A}" type="sibTrans" cxnId="{79CAF951-2C10-47A0-9586-4218FB417177}">
      <dgm:prSet/>
      <dgm:spPr/>
      <dgm:t>
        <a:bodyPr/>
        <a:lstStyle/>
        <a:p>
          <a:endParaRPr lang="it-IT"/>
        </a:p>
      </dgm:t>
    </dgm:pt>
    <dgm:pt modelId="{63B47BEB-C6AB-4880-8224-99355CE61F2D}" type="pres">
      <dgm:prSet presAssocID="{1C022D93-AE2D-40D2-A4C0-F7DAEA678EA8}" presName="Name0" presStyleCnt="0">
        <dgm:presLayoutVars>
          <dgm:chMax val="7"/>
          <dgm:chPref val="7"/>
          <dgm:dir/>
        </dgm:presLayoutVars>
      </dgm:prSet>
      <dgm:spPr/>
    </dgm:pt>
    <dgm:pt modelId="{66C9D18C-EE27-49B1-A62E-7A81ACACC7EE}" type="pres">
      <dgm:prSet presAssocID="{1C022D93-AE2D-40D2-A4C0-F7DAEA678EA8}" presName="Name1" presStyleCnt="0"/>
      <dgm:spPr/>
    </dgm:pt>
    <dgm:pt modelId="{F4ED62CF-C2E1-47B4-8499-7398F824E9BF}" type="pres">
      <dgm:prSet presAssocID="{1C022D93-AE2D-40D2-A4C0-F7DAEA678EA8}" presName="cycle" presStyleCnt="0"/>
      <dgm:spPr/>
    </dgm:pt>
    <dgm:pt modelId="{AE6759E0-C6B9-422B-96F6-69058F81ED62}" type="pres">
      <dgm:prSet presAssocID="{1C022D93-AE2D-40D2-A4C0-F7DAEA678EA8}" presName="srcNode" presStyleLbl="node1" presStyleIdx="0" presStyleCnt="4"/>
      <dgm:spPr/>
    </dgm:pt>
    <dgm:pt modelId="{7D151FA5-CC4B-48EF-BF08-8A2883416E32}" type="pres">
      <dgm:prSet presAssocID="{1C022D93-AE2D-40D2-A4C0-F7DAEA678EA8}" presName="conn" presStyleLbl="parChTrans1D2" presStyleIdx="0" presStyleCnt="1"/>
      <dgm:spPr/>
    </dgm:pt>
    <dgm:pt modelId="{54F22A02-9F30-429C-BF2A-6841DFF9E19A}" type="pres">
      <dgm:prSet presAssocID="{1C022D93-AE2D-40D2-A4C0-F7DAEA678EA8}" presName="extraNode" presStyleLbl="node1" presStyleIdx="0" presStyleCnt="4"/>
      <dgm:spPr/>
    </dgm:pt>
    <dgm:pt modelId="{30D77894-73E2-4DD8-B6DF-3A6C7D3C6832}" type="pres">
      <dgm:prSet presAssocID="{1C022D93-AE2D-40D2-A4C0-F7DAEA678EA8}" presName="dstNode" presStyleLbl="node1" presStyleIdx="0" presStyleCnt="4"/>
      <dgm:spPr/>
    </dgm:pt>
    <dgm:pt modelId="{24699175-004B-41AD-9E5A-A635FB66B729}" type="pres">
      <dgm:prSet presAssocID="{A7F1D2F1-8644-499B-8136-529205AB83E3}" presName="text_1" presStyleLbl="node1" presStyleIdx="0" presStyleCnt="4">
        <dgm:presLayoutVars>
          <dgm:bulletEnabled val="1"/>
        </dgm:presLayoutVars>
      </dgm:prSet>
      <dgm:spPr/>
    </dgm:pt>
    <dgm:pt modelId="{15C33D9C-0324-4B05-A5A4-7472916A608E}" type="pres">
      <dgm:prSet presAssocID="{A7F1D2F1-8644-499B-8136-529205AB83E3}" presName="accent_1" presStyleCnt="0"/>
      <dgm:spPr/>
    </dgm:pt>
    <dgm:pt modelId="{6279DE7C-2186-4088-A4FA-AAD3F6C7490A}" type="pres">
      <dgm:prSet presAssocID="{A7F1D2F1-8644-499B-8136-529205AB83E3}" presName="accentRepeatNode" presStyleLbl="solidFgAcc1" presStyleIdx="0" presStyleCnt="4"/>
      <dgm:spPr/>
    </dgm:pt>
    <dgm:pt modelId="{2090E554-3B75-495B-8CD8-456F2CF3A6D6}" type="pres">
      <dgm:prSet presAssocID="{42420C7B-8545-4768-B5CF-1EFC4C694023}" presName="text_2" presStyleLbl="node1" presStyleIdx="1" presStyleCnt="4">
        <dgm:presLayoutVars>
          <dgm:bulletEnabled val="1"/>
        </dgm:presLayoutVars>
      </dgm:prSet>
      <dgm:spPr/>
    </dgm:pt>
    <dgm:pt modelId="{577B9EF1-2519-428E-B0C6-D58266AAF3FC}" type="pres">
      <dgm:prSet presAssocID="{42420C7B-8545-4768-B5CF-1EFC4C694023}" presName="accent_2" presStyleCnt="0"/>
      <dgm:spPr/>
    </dgm:pt>
    <dgm:pt modelId="{6EB60C1E-81F1-4E69-A2A3-CEF9BC102529}" type="pres">
      <dgm:prSet presAssocID="{42420C7B-8545-4768-B5CF-1EFC4C694023}" presName="accentRepeatNode" presStyleLbl="solidFgAcc1" presStyleIdx="1" presStyleCnt="4"/>
      <dgm:spPr/>
    </dgm:pt>
    <dgm:pt modelId="{D96AE0A6-BD64-4E34-9220-01A5B55E2442}" type="pres">
      <dgm:prSet presAssocID="{F07CA55B-6C4E-4DB1-9E54-3679AC11E747}" presName="text_3" presStyleLbl="node1" presStyleIdx="2" presStyleCnt="4">
        <dgm:presLayoutVars>
          <dgm:bulletEnabled val="1"/>
        </dgm:presLayoutVars>
      </dgm:prSet>
      <dgm:spPr/>
    </dgm:pt>
    <dgm:pt modelId="{11DD84B9-C5B1-465C-915E-1F4E7B2B1E3C}" type="pres">
      <dgm:prSet presAssocID="{F07CA55B-6C4E-4DB1-9E54-3679AC11E747}" presName="accent_3" presStyleCnt="0"/>
      <dgm:spPr/>
    </dgm:pt>
    <dgm:pt modelId="{E4F3C551-D789-46D9-AB8E-91E5FE5EE98A}" type="pres">
      <dgm:prSet presAssocID="{F07CA55B-6C4E-4DB1-9E54-3679AC11E747}" presName="accentRepeatNode" presStyleLbl="solidFgAcc1" presStyleIdx="2" presStyleCnt="4"/>
      <dgm:spPr/>
    </dgm:pt>
    <dgm:pt modelId="{D8F79A2E-2DF0-4638-B8F6-E6AD06AF3ECB}" type="pres">
      <dgm:prSet presAssocID="{6768B4E4-D46F-40B2-ACD9-E4EFBE3E7FA2}" presName="text_4" presStyleLbl="node1" presStyleIdx="3" presStyleCnt="4">
        <dgm:presLayoutVars>
          <dgm:bulletEnabled val="1"/>
        </dgm:presLayoutVars>
      </dgm:prSet>
      <dgm:spPr/>
    </dgm:pt>
    <dgm:pt modelId="{34533226-ECB1-4EBA-B73D-FDCE567F708F}" type="pres">
      <dgm:prSet presAssocID="{6768B4E4-D46F-40B2-ACD9-E4EFBE3E7FA2}" presName="accent_4" presStyleCnt="0"/>
      <dgm:spPr/>
    </dgm:pt>
    <dgm:pt modelId="{FB53F789-BF53-4A84-8E25-BA05795A17E2}" type="pres">
      <dgm:prSet presAssocID="{6768B4E4-D46F-40B2-ACD9-E4EFBE3E7FA2}" presName="accentRepeatNode" presStyleLbl="solidFgAcc1" presStyleIdx="3" presStyleCnt="4"/>
      <dgm:spPr/>
    </dgm:pt>
  </dgm:ptLst>
  <dgm:cxnLst>
    <dgm:cxn modelId="{DD264F08-BA06-4961-A7E9-9B3C8F87CE25}" srcId="{1C022D93-AE2D-40D2-A4C0-F7DAEA678EA8}" destId="{42420C7B-8545-4768-B5CF-1EFC4C694023}" srcOrd="1" destOrd="0" parTransId="{47C89A7D-4B1A-437A-AC75-D3D06C5A29E0}" sibTransId="{AEA9B160-EC39-4073-8F85-8F95028E3680}"/>
    <dgm:cxn modelId="{CF140A2A-92CE-46DB-8E6F-1E4C0D4BDE1D}" type="presOf" srcId="{FFB5ECBB-D986-4B92-8E31-36556F70C6A8}" destId="{7D151FA5-CC4B-48EF-BF08-8A2883416E32}" srcOrd="0" destOrd="0" presId="urn:microsoft.com/office/officeart/2008/layout/VerticalCurvedList"/>
    <dgm:cxn modelId="{A785E051-1D98-48E3-A26F-FB0276F77EAB}" type="presOf" srcId="{F07CA55B-6C4E-4DB1-9E54-3679AC11E747}" destId="{D96AE0A6-BD64-4E34-9220-01A5B55E2442}" srcOrd="0" destOrd="0" presId="urn:microsoft.com/office/officeart/2008/layout/VerticalCurvedList"/>
    <dgm:cxn modelId="{79CAF951-2C10-47A0-9586-4218FB417177}" srcId="{1C022D93-AE2D-40D2-A4C0-F7DAEA678EA8}" destId="{6768B4E4-D46F-40B2-ACD9-E4EFBE3E7FA2}" srcOrd="3" destOrd="0" parTransId="{E9DF4A6D-7EDE-45F9-9C65-7B4201FEB09F}" sibTransId="{E0D41A7B-B1AC-4C00-99A0-251B2A2C036A}"/>
    <dgm:cxn modelId="{D782B286-1FAC-4F99-B705-132892ED5572}" srcId="{1C022D93-AE2D-40D2-A4C0-F7DAEA678EA8}" destId="{F07CA55B-6C4E-4DB1-9E54-3679AC11E747}" srcOrd="2" destOrd="0" parTransId="{F42BF788-E47A-4A5A-A09E-9896987607C9}" sibTransId="{CAD97670-4F1E-4D3C-A0D1-C68CA7C5DA84}"/>
    <dgm:cxn modelId="{03DE4CC0-3E5D-4957-B39A-3046C8593184}" type="presOf" srcId="{42420C7B-8545-4768-B5CF-1EFC4C694023}" destId="{2090E554-3B75-495B-8CD8-456F2CF3A6D6}" srcOrd="0" destOrd="0" presId="urn:microsoft.com/office/officeart/2008/layout/VerticalCurvedList"/>
    <dgm:cxn modelId="{337B03C9-9735-46BD-9A53-F90C5A34CD98}" type="presOf" srcId="{6768B4E4-D46F-40B2-ACD9-E4EFBE3E7FA2}" destId="{D8F79A2E-2DF0-4638-B8F6-E6AD06AF3ECB}" srcOrd="0" destOrd="0" presId="urn:microsoft.com/office/officeart/2008/layout/VerticalCurvedList"/>
    <dgm:cxn modelId="{151B07DF-D2B4-4D53-AC05-2A06619288CE}" srcId="{1C022D93-AE2D-40D2-A4C0-F7DAEA678EA8}" destId="{A7F1D2F1-8644-499B-8136-529205AB83E3}" srcOrd="0" destOrd="0" parTransId="{6024B500-0B37-4DE0-BB9C-C5CE9118BE27}" sibTransId="{FFB5ECBB-D986-4B92-8E31-36556F70C6A8}"/>
    <dgm:cxn modelId="{CCA4C2DF-1FBD-40AF-A81C-C08D922F907D}" type="presOf" srcId="{1C022D93-AE2D-40D2-A4C0-F7DAEA678EA8}" destId="{63B47BEB-C6AB-4880-8224-99355CE61F2D}" srcOrd="0" destOrd="0" presId="urn:microsoft.com/office/officeart/2008/layout/VerticalCurvedList"/>
    <dgm:cxn modelId="{7E604FF6-CF54-49F7-9EFA-B90DC0001F85}" type="presOf" srcId="{A7F1D2F1-8644-499B-8136-529205AB83E3}" destId="{24699175-004B-41AD-9E5A-A635FB66B729}" srcOrd="0" destOrd="0" presId="urn:microsoft.com/office/officeart/2008/layout/VerticalCurvedList"/>
    <dgm:cxn modelId="{92C87178-199D-4743-A298-272761C0C29B}" type="presParOf" srcId="{63B47BEB-C6AB-4880-8224-99355CE61F2D}" destId="{66C9D18C-EE27-49B1-A62E-7A81ACACC7EE}" srcOrd="0" destOrd="0" presId="urn:microsoft.com/office/officeart/2008/layout/VerticalCurvedList"/>
    <dgm:cxn modelId="{A7AAD151-3CC6-4F46-82E6-0D856F29956D}" type="presParOf" srcId="{66C9D18C-EE27-49B1-A62E-7A81ACACC7EE}" destId="{F4ED62CF-C2E1-47B4-8499-7398F824E9BF}" srcOrd="0" destOrd="0" presId="urn:microsoft.com/office/officeart/2008/layout/VerticalCurvedList"/>
    <dgm:cxn modelId="{94710771-27CA-4D37-B16F-9DC6D3D861E3}" type="presParOf" srcId="{F4ED62CF-C2E1-47B4-8499-7398F824E9BF}" destId="{AE6759E0-C6B9-422B-96F6-69058F81ED62}" srcOrd="0" destOrd="0" presId="urn:microsoft.com/office/officeart/2008/layout/VerticalCurvedList"/>
    <dgm:cxn modelId="{AB7D1CE3-2505-418C-85C2-A9333706190A}" type="presParOf" srcId="{F4ED62CF-C2E1-47B4-8499-7398F824E9BF}" destId="{7D151FA5-CC4B-48EF-BF08-8A2883416E32}" srcOrd="1" destOrd="0" presId="urn:microsoft.com/office/officeart/2008/layout/VerticalCurvedList"/>
    <dgm:cxn modelId="{C42C28F5-272E-48CA-A8DE-633D242E44EB}" type="presParOf" srcId="{F4ED62CF-C2E1-47B4-8499-7398F824E9BF}" destId="{54F22A02-9F30-429C-BF2A-6841DFF9E19A}" srcOrd="2" destOrd="0" presId="urn:microsoft.com/office/officeart/2008/layout/VerticalCurvedList"/>
    <dgm:cxn modelId="{5DC5946F-E3FA-48BA-868B-723C893E740D}" type="presParOf" srcId="{F4ED62CF-C2E1-47B4-8499-7398F824E9BF}" destId="{30D77894-73E2-4DD8-B6DF-3A6C7D3C6832}" srcOrd="3" destOrd="0" presId="urn:microsoft.com/office/officeart/2008/layout/VerticalCurvedList"/>
    <dgm:cxn modelId="{2E633DAA-D181-437C-A7B5-EEFF254DA21C}" type="presParOf" srcId="{66C9D18C-EE27-49B1-A62E-7A81ACACC7EE}" destId="{24699175-004B-41AD-9E5A-A635FB66B729}" srcOrd="1" destOrd="0" presId="urn:microsoft.com/office/officeart/2008/layout/VerticalCurvedList"/>
    <dgm:cxn modelId="{1643B849-819C-40F8-9E70-32A16F1FDCB8}" type="presParOf" srcId="{66C9D18C-EE27-49B1-A62E-7A81ACACC7EE}" destId="{15C33D9C-0324-4B05-A5A4-7472916A608E}" srcOrd="2" destOrd="0" presId="urn:microsoft.com/office/officeart/2008/layout/VerticalCurvedList"/>
    <dgm:cxn modelId="{AF178784-C211-45CC-BA70-2C87D66C10F9}" type="presParOf" srcId="{15C33D9C-0324-4B05-A5A4-7472916A608E}" destId="{6279DE7C-2186-4088-A4FA-AAD3F6C7490A}" srcOrd="0" destOrd="0" presId="urn:microsoft.com/office/officeart/2008/layout/VerticalCurvedList"/>
    <dgm:cxn modelId="{340D965A-8243-4AEC-8B8D-4474A740E379}" type="presParOf" srcId="{66C9D18C-EE27-49B1-A62E-7A81ACACC7EE}" destId="{2090E554-3B75-495B-8CD8-456F2CF3A6D6}" srcOrd="3" destOrd="0" presId="urn:microsoft.com/office/officeart/2008/layout/VerticalCurvedList"/>
    <dgm:cxn modelId="{D8B12FA5-7322-499E-9721-F9161C370745}" type="presParOf" srcId="{66C9D18C-EE27-49B1-A62E-7A81ACACC7EE}" destId="{577B9EF1-2519-428E-B0C6-D58266AAF3FC}" srcOrd="4" destOrd="0" presId="urn:microsoft.com/office/officeart/2008/layout/VerticalCurvedList"/>
    <dgm:cxn modelId="{BF51A292-014B-4A55-8ED6-CFE4E05908BA}" type="presParOf" srcId="{577B9EF1-2519-428E-B0C6-D58266AAF3FC}" destId="{6EB60C1E-81F1-4E69-A2A3-CEF9BC102529}" srcOrd="0" destOrd="0" presId="urn:microsoft.com/office/officeart/2008/layout/VerticalCurvedList"/>
    <dgm:cxn modelId="{1501B6D5-4CFD-41B4-B001-84927A896506}" type="presParOf" srcId="{66C9D18C-EE27-49B1-A62E-7A81ACACC7EE}" destId="{D96AE0A6-BD64-4E34-9220-01A5B55E2442}" srcOrd="5" destOrd="0" presId="urn:microsoft.com/office/officeart/2008/layout/VerticalCurvedList"/>
    <dgm:cxn modelId="{74BACB8B-4B0B-4AA4-B4DB-38AD8B6FCE9C}" type="presParOf" srcId="{66C9D18C-EE27-49B1-A62E-7A81ACACC7EE}" destId="{11DD84B9-C5B1-465C-915E-1F4E7B2B1E3C}" srcOrd="6" destOrd="0" presId="urn:microsoft.com/office/officeart/2008/layout/VerticalCurvedList"/>
    <dgm:cxn modelId="{D91817F0-CBA9-4DEE-85E3-38295F14133E}" type="presParOf" srcId="{11DD84B9-C5B1-465C-915E-1F4E7B2B1E3C}" destId="{E4F3C551-D789-46D9-AB8E-91E5FE5EE98A}" srcOrd="0" destOrd="0" presId="urn:microsoft.com/office/officeart/2008/layout/VerticalCurvedList"/>
    <dgm:cxn modelId="{703FD370-34D8-41AE-803E-7897138AA256}" type="presParOf" srcId="{66C9D18C-EE27-49B1-A62E-7A81ACACC7EE}" destId="{D8F79A2E-2DF0-4638-B8F6-E6AD06AF3ECB}" srcOrd="7" destOrd="0" presId="urn:microsoft.com/office/officeart/2008/layout/VerticalCurvedList"/>
    <dgm:cxn modelId="{F8E26DB8-01CE-491F-B97A-F45D9B97416F}" type="presParOf" srcId="{66C9D18C-EE27-49B1-A62E-7A81ACACC7EE}" destId="{34533226-ECB1-4EBA-B73D-FDCE567F708F}" srcOrd="8" destOrd="0" presId="urn:microsoft.com/office/officeart/2008/layout/VerticalCurvedList"/>
    <dgm:cxn modelId="{CCE93E7E-28F3-4A32-B4CE-E10C4B48D980}" type="presParOf" srcId="{34533226-ECB1-4EBA-B73D-FDCE567F708F}" destId="{FB53F789-BF53-4A84-8E25-BA05795A17E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E8F623B1-34BB-4710-B530-0AA1F24CC010}" type="doc">
      <dgm:prSet loTypeId="urn:microsoft.com/office/officeart/2005/8/layout/arrow2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C5362BEA-45A5-4B1E-8E56-93908592D3C5}">
      <dgm:prSet phldrT="[Testo]"/>
      <dgm:spPr/>
      <dgm:t>
        <a:bodyPr/>
        <a:lstStyle/>
        <a:p>
          <a:r>
            <a:rPr lang="it-IT" b="1" dirty="0"/>
            <a:t>Content </a:t>
          </a:r>
          <a:r>
            <a:rPr lang="it-IT" b="1" dirty="0" err="1"/>
            <a:t>boosted</a:t>
          </a:r>
          <a:endParaRPr lang="it-IT" b="1" dirty="0"/>
        </a:p>
      </dgm:t>
    </dgm:pt>
    <dgm:pt modelId="{435DF9CF-B6EA-4EB5-B6D2-E664C692C2E1}" type="parTrans" cxnId="{33769014-3471-4E1C-8957-BF4F3C0EE744}">
      <dgm:prSet/>
      <dgm:spPr/>
      <dgm:t>
        <a:bodyPr/>
        <a:lstStyle/>
        <a:p>
          <a:endParaRPr lang="it-IT"/>
        </a:p>
      </dgm:t>
    </dgm:pt>
    <dgm:pt modelId="{550FEBA6-54D6-436F-A406-1594962246CC}" type="sibTrans" cxnId="{33769014-3471-4E1C-8957-BF4F3C0EE744}">
      <dgm:prSet/>
      <dgm:spPr/>
      <dgm:t>
        <a:bodyPr/>
        <a:lstStyle/>
        <a:p>
          <a:endParaRPr lang="it-IT"/>
        </a:p>
      </dgm:t>
    </dgm:pt>
    <dgm:pt modelId="{2B9D9B9D-4534-43BE-AED6-9C5F617FCC56}">
      <dgm:prSet phldrT="[Testo]"/>
      <dgm:spPr/>
      <dgm:t>
        <a:bodyPr/>
        <a:lstStyle/>
        <a:p>
          <a:r>
            <a:rPr lang="it-IT" b="1" dirty="0" err="1"/>
            <a:t>Improve</a:t>
          </a:r>
          <a:r>
            <a:rPr lang="it-IT" b="1" dirty="0"/>
            <a:t> </a:t>
          </a:r>
          <a:r>
            <a:rPr lang="it-IT" b="1" dirty="0" err="1"/>
            <a:t>recommendations</a:t>
          </a:r>
          <a:endParaRPr lang="it-IT" b="1" dirty="0"/>
        </a:p>
      </dgm:t>
    </dgm:pt>
    <dgm:pt modelId="{250977A3-C48E-4942-9D18-9CF801D0FA33}" type="parTrans" cxnId="{C001302F-688B-4CA7-9DE5-B0E79E990A3D}">
      <dgm:prSet/>
      <dgm:spPr/>
      <dgm:t>
        <a:bodyPr/>
        <a:lstStyle/>
        <a:p>
          <a:endParaRPr lang="it-IT"/>
        </a:p>
      </dgm:t>
    </dgm:pt>
    <dgm:pt modelId="{967C98DB-4577-4C71-9CCC-CC373B16C78D}" type="sibTrans" cxnId="{C001302F-688B-4CA7-9DE5-B0E79E990A3D}">
      <dgm:prSet/>
      <dgm:spPr/>
      <dgm:t>
        <a:bodyPr/>
        <a:lstStyle/>
        <a:p>
          <a:endParaRPr lang="it-IT"/>
        </a:p>
      </dgm:t>
    </dgm:pt>
    <dgm:pt modelId="{EA02BA5D-D320-444F-BEAD-BCE836C5DB7E}">
      <dgm:prSet phldrT="[Testo]"/>
      <dgm:spPr/>
      <dgm:t>
        <a:bodyPr/>
        <a:lstStyle/>
        <a:p>
          <a:r>
            <a:rPr lang="it-IT" b="1" dirty="0"/>
            <a:t>The model </a:t>
          </a:r>
          <a:r>
            <a:rPr lang="it-IT" b="1" dirty="0" err="1"/>
            <a:t>is</a:t>
          </a:r>
          <a:r>
            <a:rPr lang="it-IT" b="1" dirty="0"/>
            <a:t> </a:t>
          </a:r>
          <a:r>
            <a:rPr lang="it-IT" b="1" dirty="0" err="1"/>
            <a:t>unusable</a:t>
          </a:r>
          <a:endParaRPr lang="it-IT" b="1" dirty="0"/>
        </a:p>
      </dgm:t>
    </dgm:pt>
    <dgm:pt modelId="{729A8C3C-798C-4750-A36B-F403286A5A12}" type="parTrans" cxnId="{71C5D094-5FA4-4597-A8CE-E7B0115F2B05}">
      <dgm:prSet/>
      <dgm:spPr/>
      <dgm:t>
        <a:bodyPr/>
        <a:lstStyle/>
        <a:p>
          <a:endParaRPr lang="it-IT"/>
        </a:p>
      </dgm:t>
    </dgm:pt>
    <dgm:pt modelId="{006B214E-836E-466C-B12B-2FD3B2392A64}" type="sibTrans" cxnId="{71C5D094-5FA4-4597-A8CE-E7B0115F2B05}">
      <dgm:prSet/>
      <dgm:spPr/>
      <dgm:t>
        <a:bodyPr/>
        <a:lstStyle/>
        <a:p>
          <a:endParaRPr lang="it-IT"/>
        </a:p>
      </dgm:t>
    </dgm:pt>
    <dgm:pt modelId="{8C3913FC-6330-40BA-AA4D-BF5CA60ED42A}">
      <dgm:prSet phldrT="[Testo]"/>
      <dgm:spPr/>
      <dgm:t>
        <a:bodyPr/>
        <a:lstStyle/>
        <a:p>
          <a:r>
            <a:rPr lang="it-IT" b="1" dirty="0"/>
            <a:t>Reduce the </a:t>
          </a:r>
          <a:r>
            <a:rPr lang="it-IT" b="1" dirty="0" err="1"/>
            <a:t>sparsity</a:t>
          </a:r>
          <a:r>
            <a:rPr lang="it-IT" b="1" dirty="0"/>
            <a:t> and </a:t>
          </a:r>
          <a:r>
            <a:rPr lang="it-IT" b="1" dirty="0" err="1"/>
            <a:t>unbalanced</a:t>
          </a:r>
          <a:r>
            <a:rPr lang="it-IT" b="1" dirty="0"/>
            <a:t> of </a:t>
          </a:r>
          <a:r>
            <a:rPr lang="it-IT" b="1" dirty="0" err="1"/>
            <a:t>matrix</a:t>
          </a:r>
          <a:r>
            <a:rPr lang="it-IT" b="1" dirty="0"/>
            <a:t> users-items</a:t>
          </a:r>
        </a:p>
      </dgm:t>
    </dgm:pt>
    <dgm:pt modelId="{86D35A13-C512-4AF3-9483-E2BC6D5D70D0}" type="parTrans" cxnId="{AA64F44C-CC0B-40A2-9DC1-311AD139B5AB}">
      <dgm:prSet/>
      <dgm:spPr/>
      <dgm:t>
        <a:bodyPr/>
        <a:lstStyle/>
        <a:p>
          <a:endParaRPr lang="it-IT"/>
        </a:p>
      </dgm:t>
    </dgm:pt>
    <dgm:pt modelId="{A6D7DFDE-7A75-406F-A008-10AB0700FA06}" type="sibTrans" cxnId="{AA64F44C-CC0B-40A2-9DC1-311AD139B5AB}">
      <dgm:prSet/>
      <dgm:spPr/>
      <dgm:t>
        <a:bodyPr/>
        <a:lstStyle/>
        <a:p>
          <a:endParaRPr lang="it-IT"/>
        </a:p>
      </dgm:t>
    </dgm:pt>
    <dgm:pt modelId="{54530504-FA89-41A4-AF7F-B88C37D081E5}" type="pres">
      <dgm:prSet presAssocID="{E8F623B1-34BB-4710-B530-0AA1F24CC010}" presName="arrowDiagram" presStyleCnt="0">
        <dgm:presLayoutVars>
          <dgm:chMax val="5"/>
          <dgm:dir/>
          <dgm:resizeHandles val="exact"/>
        </dgm:presLayoutVars>
      </dgm:prSet>
      <dgm:spPr/>
    </dgm:pt>
    <dgm:pt modelId="{5106BFC9-2904-49ED-BDD1-9A012C51063B}" type="pres">
      <dgm:prSet presAssocID="{E8F623B1-34BB-4710-B530-0AA1F24CC010}" presName="arrow" presStyleLbl="bgShp" presStyleIdx="0" presStyleCnt="1" custScaleX="154616"/>
      <dgm:spPr/>
    </dgm:pt>
    <dgm:pt modelId="{2879A41E-972E-4EF7-80DD-38933F9A0A17}" type="pres">
      <dgm:prSet presAssocID="{E8F623B1-34BB-4710-B530-0AA1F24CC010}" presName="arrowDiagram4" presStyleCnt="0"/>
      <dgm:spPr/>
    </dgm:pt>
    <dgm:pt modelId="{CAA9E567-6087-422B-A069-5DFA3F1AD6CF}" type="pres">
      <dgm:prSet presAssocID="{EA02BA5D-D320-444F-BEAD-BCE836C5DB7E}" presName="bullet4a" presStyleLbl="node1" presStyleIdx="0" presStyleCnt="4" custLinFactX="-300000" custLinFactY="-52620" custLinFactNeighborX="-350049" custLinFactNeighborY="-100000"/>
      <dgm:spPr/>
    </dgm:pt>
    <dgm:pt modelId="{52A35BF2-8AAC-4059-9566-A481D96FB909}" type="pres">
      <dgm:prSet presAssocID="{EA02BA5D-D320-444F-BEAD-BCE836C5DB7E}" presName="textBox4a" presStyleLbl="revTx" presStyleIdx="0" presStyleCnt="4" custLinFactNeighborX="-78310" custLinFactNeighborY="-19229">
        <dgm:presLayoutVars>
          <dgm:bulletEnabled val="1"/>
        </dgm:presLayoutVars>
      </dgm:prSet>
      <dgm:spPr/>
    </dgm:pt>
    <dgm:pt modelId="{19B8C5B1-7F59-488D-B7A3-ABA0CBAEBED1}" type="pres">
      <dgm:prSet presAssocID="{8C3913FC-6330-40BA-AA4D-BF5CA60ED42A}" presName="bullet4b" presStyleLbl="node1" presStyleIdx="1" presStyleCnt="4" custLinFactX="-43011" custLinFactNeighborX="-100000" custLinFactNeighborY="-29341"/>
      <dgm:spPr/>
    </dgm:pt>
    <dgm:pt modelId="{69F2C5C9-EFE7-4F50-BE36-03483526EBA9}" type="pres">
      <dgm:prSet presAssocID="{8C3913FC-6330-40BA-AA4D-BF5CA60ED42A}" presName="textBox4b" presStyleLbl="revTx" presStyleIdx="1" presStyleCnt="4" custLinFactNeighborX="-20430" custLinFactNeighborY="3348">
        <dgm:presLayoutVars>
          <dgm:bulletEnabled val="1"/>
        </dgm:presLayoutVars>
      </dgm:prSet>
      <dgm:spPr/>
    </dgm:pt>
    <dgm:pt modelId="{67325B5E-4FAF-4940-AF8F-B224260466A0}" type="pres">
      <dgm:prSet presAssocID="{C5362BEA-45A5-4B1E-8E56-93908592D3C5}" presName="bullet4c" presStyleLbl="node1" presStyleIdx="2" presStyleCnt="4"/>
      <dgm:spPr/>
    </dgm:pt>
    <dgm:pt modelId="{E42DEB60-A91E-4E31-ACD4-4743DC331557}" type="pres">
      <dgm:prSet presAssocID="{C5362BEA-45A5-4B1E-8E56-93908592D3C5}" presName="textBox4c" presStyleLbl="revTx" presStyleIdx="2" presStyleCnt="4">
        <dgm:presLayoutVars>
          <dgm:bulletEnabled val="1"/>
        </dgm:presLayoutVars>
      </dgm:prSet>
      <dgm:spPr/>
    </dgm:pt>
    <dgm:pt modelId="{C8D68B98-BB56-43DA-85AF-D2B0BB9EF815}" type="pres">
      <dgm:prSet presAssocID="{2B9D9B9D-4534-43BE-AED6-9C5F617FCC56}" presName="bullet4d" presStyleLbl="node1" presStyleIdx="3" presStyleCnt="4" custLinFactX="100000" custLinFactNeighborX="132553" custLinFactNeighborY="-5493"/>
      <dgm:spPr/>
    </dgm:pt>
    <dgm:pt modelId="{D66B5DCF-59A2-420B-8B1A-BE6F56A56856}" type="pres">
      <dgm:prSet presAssocID="{2B9D9B9D-4534-43BE-AED6-9C5F617FCC56}" presName="textBox4d" presStyleLbl="revTx" presStyleIdx="3" presStyleCnt="4" custLinFactNeighborX="79863" custLinFactNeighborY="290">
        <dgm:presLayoutVars>
          <dgm:bulletEnabled val="1"/>
        </dgm:presLayoutVars>
      </dgm:prSet>
      <dgm:spPr/>
    </dgm:pt>
  </dgm:ptLst>
  <dgm:cxnLst>
    <dgm:cxn modelId="{33769014-3471-4E1C-8957-BF4F3C0EE744}" srcId="{E8F623B1-34BB-4710-B530-0AA1F24CC010}" destId="{C5362BEA-45A5-4B1E-8E56-93908592D3C5}" srcOrd="2" destOrd="0" parTransId="{435DF9CF-B6EA-4EB5-B6D2-E664C692C2E1}" sibTransId="{550FEBA6-54D6-436F-A406-1594962246CC}"/>
    <dgm:cxn modelId="{8E396A21-92E2-43A0-A50B-F8C321F4EA21}" type="presOf" srcId="{E8F623B1-34BB-4710-B530-0AA1F24CC010}" destId="{54530504-FA89-41A4-AF7F-B88C37D081E5}" srcOrd="0" destOrd="0" presId="urn:microsoft.com/office/officeart/2005/8/layout/arrow2"/>
    <dgm:cxn modelId="{C001302F-688B-4CA7-9DE5-B0E79E990A3D}" srcId="{E8F623B1-34BB-4710-B530-0AA1F24CC010}" destId="{2B9D9B9D-4534-43BE-AED6-9C5F617FCC56}" srcOrd="3" destOrd="0" parTransId="{250977A3-C48E-4942-9D18-9CF801D0FA33}" sibTransId="{967C98DB-4577-4C71-9CCC-CC373B16C78D}"/>
    <dgm:cxn modelId="{AA64F44C-CC0B-40A2-9DC1-311AD139B5AB}" srcId="{E8F623B1-34BB-4710-B530-0AA1F24CC010}" destId="{8C3913FC-6330-40BA-AA4D-BF5CA60ED42A}" srcOrd="1" destOrd="0" parTransId="{86D35A13-C512-4AF3-9483-E2BC6D5D70D0}" sibTransId="{A6D7DFDE-7A75-406F-A008-10AB0700FA06}"/>
    <dgm:cxn modelId="{71C5D094-5FA4-4597-A8CE-E7B0115F2B05}" srcId="{E8F623B1-34BB-4710-B530-0AA1F24CC010}" destId="{EA02BA5D-D320-444F-BEAD-BCE836C5DB7E}" srcOrd="0" destOrd="0" parTransId="{729A8C3C-798C-4750-A36B-F403286A5A12}" sibTransId="{006B214E-836E-466C-B12B-2FD3B2392A64}"/>
    <dgm:cxn modelId="{5F595C9E-C4C9-4BCB-86C8-45E6544E868B}" type="presOf" srcId="{8C3913FC-6330-40BA-AA4D-BF5CA60ED42A}" destId="{69F2C5C9-EFE7-4F50-BE36-03483526EBA9}" srcOrd="0" destOrd="0" presId="urn:microsoft.com/office/officeart/2005/8/layout/arrow2"/>
    <dgm:cxn modelId="{753E0EB6-6F64-4A5B-B7E4-821525A36816}" type="presOf" srcId="{C5362BEA-45A5-4B1E-8E56-93908592D3C5}" destId="{E42DEB60-A91E-4E31-ACD4-4743DC331557}" srcOrd="0" destOrd="0" presId="urn:microsoft.com/office/officeart/2005/8/layout/arrow2"/>
    <dgm:cxn modelId="{7F9656BE-9BF5-4C1C-B481-B55F5C7A2A37}" type="presOf" srcId="{2B9D9B9D-4534-43BE-AED6-9C5F617FCC56}" destId="{D66B5DCF-59A2-420B-8B1A-BE6F56A56856}" srcOrd="0" destOrd="0" presId="urn:microsoft.com/office/officeart/2005/8/layout/arrow2"/>
    <dgm:cxn modelId="{04C581F4-9F55-4683-8070-BF24337DB995}" type="presOf" srcId="{EA02BA5D-D320-444F-BEAD-BCE836C5DB7E}" destId="{52A35BF2-8AAC-4059-9566-A481D96FB909}" srcOrd="0" destOrd="0" presId="urn:microsoft.com/office/officeart/2005/8/layout/arrow2"/>
    <dgm:cxn modelId="{CF27C722-241A-4408-AD6D-9051045D58A1}" type="presParOf" srcId="{54530504-FA89-41A4-AF7F-B88C37D081E5}" destId="{5106BFC9-2904-49ED-BDD1-9A012C51063B}" srcOrd="0" destOrd="0" presId="urn:microsoft.com/office/officeart/2005/8/layout/arrow2"/>
    <dgm:cxn modelId="{17E6AB8F-B6ED-41C2-8946-06F3600C782B}" type="presParOf" srcId="{54530504-FA89-41A4-AF7F-B88C37D081E5}" destId="{2879A41E-972E-4EF7-80DD-38933F9A0A17}" srcOrd="1" destOrd="0" presId="urn:microsoft.com/office/officeart/2005/8/layout/arrow2"/>
    <dgm:cxn modelId="{11097972-328A-46AD-A69C-B21FE27EFE6F}" type="presParOf" srcId="{2879A41E-972E-4EF7-80DD-38933F9A0A17}" destId="{CAA9E567-6087-422B-A069-5DFA3F1AD6CF}" srcOrd="0" destOrd="0" presId="urn:microsoft.com/office/officeart/2005/8/layout/arrow2"/>
    <dgm:cxn modelId="{520E36BD-3D7F-402C-A0DB-3691B61F22C9}" type="presParOf" srcId="{2879A41E-972E-4EF7-80DD-38933F9A0A17}" destId="{52A35BF2-8AAC-4059-9566-A481D96FB909}" srcOrd="1" destOrd="0" presId="urn:microsoft.com/office/officeart/2005/8/layout/arrow2"/>
    <dgm:cxn modelId="{DA4C0469-22FC-495B-A786-C74D33653295}" type="presParOf" srcId="{2879A41E-972E-4EF7-80DD-38933F9A0A17}" destId="{19B8C5B1-7F59-488D-B7A3-ABA0CBAEBED1}" srcOrd="2" destOrd="0" presId="urn:microsoft.com/office/officeart/2005/8/layout/arrow2"/>
    <dgm:cxn modelId="{2999B966-F8B6-488E-B99F-CB1AECF21F18}" type="presParOf" srcId="{2879A41E-972E-4EF7-80DD-38933F9A0A17}" destId="{69F2C5C9-EFE7-4F50-BE36-03483526EBA9}" srcOrd="3" destOrd="0" presId="urn:microsoft.com/office/officeart/2005/8/layout/arrow2"/>
    <dgm:cxn modelId="{02BF0EB1-ADFF-488D-8F4A-2250E3771317}" type="presParOf" srcId="{2879A41E-972E-4EF7-80DD-38933F9A0A17}" destId="{67325B5E-4FAF-4940-AF8F-B224260466A0}" srcOrd="4" destOrd="0" presId="urn:microsoft.com/office/officeart/2005/8/layout/arrow2"/>
    <dgm:cxn modelId="{FCDFD840-D473-4829-94F6-2496ADA6CE6D}" type="presParOf" srcId="{2879A41E-972E-4EF7-80DD-38933F9A0A17}" destId="{E42DEB60-A91E-4E31-ACD4-4743DC331557}" srcOrd="5" destOrd="0" presId="urn:microsoft.com/office/officeart/2005/8/layout/arrow2"/>
    <dgm:cxn modelId="{22259D4E-8FBD-499F-BBC5-95C45E85336E}" type="presParOf" srcId="{2879A41E-972E-4EF7-80DD-38933F9A0A17}" destId="{C8D68B98-BB56-43DA-85AF-D2B0BB9EF815}" srcOrd="6" destOrd="0" presId="urn:microsoft.com/office/officeart/2005/8/layout/arrow2"/>
    <dgm:cxn modelId="{DB1B8309-5B39-490E-99D5-CE00F65FF3DD}" type="presParOf" srcId="{2879A41E-972E-4EF7-80DD-38933F9A0A17}" destId="{D66B5DCF-59A2-420B-8B1A-BE6F56A56856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E8F623B1-34BB-4710-B530-0AA1F24CC010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C5362BEA-45A5-4B1E-8E56-93908592D3C5}">
      <dgm:prSet phldrT="[Testo]"/>
      <dgm:spPr/>
      <dgm:t>
        <a:bodyPr/>
        <a:lstStyle/>
        <a:p>
          <a:r>
            <a:rPr lang="it-IT" b="1" dirty="0"/>
            <a:t>Content </a:t>
          </a:r>
          <a:r>
            <a:rPr lang="it-IT" b="1" dirty="0" err="1"/>
            <a:t>boosted</a:t>
          </a:r>
          <a:endParaRPr lang="it-IT" b="1" dirty="0"/>
        </a:p>
      </dgm:t>
    </dgm:pt>
    <dgm:pt modelId="{435DF9CF-B6EA-4EB5-B6D2-E664C692C2E1}" type="parTrans" cxnId="{33769014-3471-4E1C-8957-BF4F3C0EE744}">
      <dgm:prSet/>
      <dgm:spPr/>
      <dgm:t>
        <a:bodyPr/>
        <a:lstStyle/>
        <a:p>
          <a:endParaRPr lang="it-IT"/>
        </a:p>
      </dgm:t>
    </dgm:pt>
    <dgm:pt modelId="{550FEBA6-54D6-436F-A406-1594962246CC}" type="sibTrans" cxnId="{33769014-3471-4E1C-8957-BF4F3C0EE744}">
      <dgm:prSet/>
      <dgm:spPr/>
      <dgm:t>
        <a:bodyPr/>
        <a:lstStyle/>
        <a:p>
          <a:endParaRPr lang="it-IT"/>
        </a:p>
      </dgm:t>
    </dgm:pt>
    <dgm:pt modelId="{2B9D9B9D-4534-43BE-AED6-9C5F617FCC56}">
      <dgm:prSet phldrT="[Testo]"/>
      <dgm:spPr/>
      <dgm:t>
        <a:bodyPr/>
        <a:lstStyle/>
        <a:p>
          <a:r>
            <a:rPr lang="it-IT" b="1" dirty="0" err="1"/>
            <a:t>Improve</a:t>
          </a:r>
          <a:r>
            <a:rPr lang="it-IT" b="1" dirty="0"/>
            <a:t> </a:t>
          </a:r>
          <a:r>
            <a:rPr lang="it-IT" b="1" dirty="0" err="1"/>
            <a:t>recommendations</a:t>
          </a:r>
          <a:endParaRPr lang="it-IT" b="1" dirty="0"/>
        </a:p>
      </dgm:t>
    </dgm:pt>
    <dgm:pt modelId="{250977A3-C48E-4942-9D18-9CF801D0FA33}" type="parTrans" cxnId="{C001302F-688B-4CA7-9DE5-B0E79E990A3D}">
      <dgm:prSet/>
      <dgm:spPr/>
      <dgm:t>
        <a:bodyPr/>
        <a:lstStyle/>
        <a:p>
          <a:endParaRPr lang="it-IT"/>
        </a:p>
      </dgm:t>
    </dgm:pt>
    <dgm:pt modelId="{967C98DB-4577-4C71-9CCC-CC373B16C78D}" type="sibTrans" cxnId="{C001302F-688B-4CA7-9DE5-B0E79E990A3D}">
      <dgm:prSet/>
      <dgm:spPr/>
      <dgm:t>
        <a:bodyPr/>
        <a:lstStyle/>
        <a:p>
          <a:endParaRPr lang="it-IT"/>
        </a:p>
      </dgm:t>
    </dgm:pt>
    <dgm:pt modelId="{E42A871C-028B-4449-BC94-3C9573D45C4C}">
      <dgm:prSet phldrT="[Testo]"/>
      <dgm:spPr/>
      <dgm:t>
        <a:bodyPr/>
        <a:lstStyle/>
        <a:p>
          <a:r>
            <a:rPr lang="it-IT" dirty="0" err="1"/>
            <a:t>Current</a:t>
          </a:r>
          <a:r>
            <a:rPr lang="it-IT" dirty="0"/>
            <a:t> </a:t>
          </a:r>
          <a:r>
            <a:rPr lang="it-IT" dirty="0" err="1"/>
            <a:t>value</a:t>
          </a:r>
          <a:r>
            <a:rPr lang="it-IT" dirty="0"/>
            <a:t> of RMSE </a:t>
          </a:r>
          <a:r>
            <a:rPr lang="it-IT" dirty="0" err="1"/>
            <a:t>is</a:t>
          </a:r>
          <a:r>
            <a:rPr lang="it-IT" dirty="0"/>
            <a:t> &lt;= 0,5</a:t>
          </a:r>
        </a:p>
      </dgm:t>
    </dgm:pt>
    <dgm:pt modelId="{9713B81D-D0BE-4F22-AA0D-DB49F6627983}" type="parTrans" cxnId="{7CEBD89C-010C-4B5F-B78B-E211C8ABFB72}">
      <dgm:prSet/>
      <dgm:spPr/>
      <dgm:t>
        <a:bodyPr/>
        <a:lstStyle/>
        <a:p>
          <a:endParaRPr lang="it-IT"/>
        </a:p>
      </dgm:t>
    </dgm:pt>
    <dgm:pt modelId="{B1A75811-528A-40F8-A1A6-2FA1F0EEC31B}" type="sibTrans" cxnId="{7CEBD89C-010C-4B5F-B78B-E211C8ABFB72}">
      <dgm:prSet/>
      <dgm:spPr/>
      <dgm:t>
        <a:bodyPr/>
        <a:lstStyle/>
        <a:p>
          <a:endParaRPr lang="it-IT"/>
        </a:p>
      </dgm:t>
    </dgm:pt>
    <dgm:pt modelId="{29D769D4-AAE8-472A-8F87-DDD33BF2E3D2}">
      <dgm:prSet phldrT="[Testo]"/>
      <dgm:spPr/>
      <dgm:t>
        <a:bodyPr/>
        <a:lstStyle/>
        <a:p>
          <a:r>
            <a:rPr lang="en-US" b="0" dirty="0"/>
            <a:t>Determines the rating value for all items for all users</a:t>
          </a:r>
          <a:endParaRPr lang="it-IT" b="0" dirty="0"/>
        </a:p>
      </dgm:t>
    </dgm:pt>
    <dgm:pt modelId="{2F3CEED5-C5B7-4D5D-84D9-CABD2A08AC15}" type="parTrans" cxnId="{9129BF91-8F27-4745-99BC-A576609330F9}">
      <dgm:prSet/>
      <dgm:spPr/>
      <dgm:t>
        <a:bodyPr/>
        <a:lstStyle/>
        <a:p>
          <a:endParaRPr lang="it-IT"/>
        </a:p>
      </dgm:t>
    </dgm:pt>
    <dgm:pt modelId="{08A61C78-FEE8-4DED-AF53-6EABC6B74C6E}" type="sibTrans" cxnId="{9129BF91-8F27-4745-99BC-A576609330F9}">
      <dgm:prSet/>
      <dgm:spPr/>
      <dgm:t>
        <a:bodyPr/>
        <a:lstStyle/>
        <a:p>
          <a:endParaRPr lang="it-IT"/>
        </a:p>
      </dgm:t>
    </dgm:pt>
    <dgm:pt modelId="{57322471-45C0-426D-B22F-A276E6D35593}">
      <dgm:prSet/>
      <dgm:spPr/>
      <dgm:t>
        <a:bodyPr/>
        <a:lstStyle/>
        <a:p>
          <a:r>
            <a:rPr lang="it-IT" b="1" dirty="0" err="1"/>
            <a:t>Define</a:t>
          </a:r>
          <a:r>
            <a:rPr lang="it-IT" b="1" dirty="0"/>
            <a:t> knowledge base</a:t>
          </a:r>
        </a:p>
      </dgm:t>
    </dgm:pt>
    <dgm:pt modelId="{993C4502-DC57-4FA8-9927-B681FA3424B6}" type="parTrans" cxnId="{7EC368CC-414E-4C05-811D-4D8AF19C87DD}">
      <dgm:prSet/>
      <dgm:spPr/>
      <dgm:t>
        <a:bodyPr/>
        <a:lstStyle/>
        <a:p>
          <a:endParaRPr lang="it-IT"/>
        </a:p>
      </dgm:t>
    </dgm:pt>
    <dgm:pt modelId="{C0638F1D-BBC3-49CD-ADC3-33F38D4C32FD}" type="sibTrans" cxnId="{7EC368CC-414E-4C05-811D-4D8AF19C87DD}">
      <dgm:prSet/>
      <dgm:spPr/>
      <dgm:t>
        <a:bodyPr/>
        <a:lstStyle/>
        <a:p>
          <a:endParaRPr lang="it-IT"/>
        </a:p>
      </dgm:t>
    </dgm:pt>
    <dgm:pt modelId="{E8797FA3-D329-4B24-B742-60C48731AFE1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b="0" dirty="0" err="1"/>
            <a:t>Generic</a:t>
          </a:r>
          <a:r>
            <a:rPr lang="it-IT" b="0" dirty="0"/>
            <a:t> features of the </a:t>
          </a:r>
          <a:r>
            <a:rPr lang="it-IT" b="0" dirty="0" err="1"/>
            <a:t>articles</a:t>
          </a:r>
          <a:endParaRPr lang="it-IT" b="0" dirty="0"/>
        </a:p>
      </dgm:t>
    </dgm:pt>
    <dgm:pt modelId="{7BB12BD9-79EF-4B5B-B615-282E651DCE87}" type="parTrans" cxnId="{7E079F6C-63A9-4D7F-8EE2-E53ED006BD68}">
      <dgm:prSet/>
      <dgm:spPr/>
      <dgm:t>
        <a:bodyPr/>
        <a:lstStyle/>
        <a:p>
          <a:endParaRPr lang="it-IT"/>
        </a:p>
      </dgm:t>
    </dgm:pt>
    <dgm:pt modelId="{15BA38B6-FB04-47E8-BCE8-5351CFBD8F12}" type="sibTrans" cxnId="{7E079F6C-63A9-4D7F-8EE2-E53ED006BD68}">
      <dgm:prSet/>
      <dgm:spPr/>
      <dgm:t>
        <a:bodyPr/>
        <a:lstStyle/>
        <a:p>
          <a:endParaRPr lang="it-IT"/>
        </a:p>
      </dgm:t>
    </dgm:pt>
    <dgm:pt modelId="{93D5A0C8-E05F-4268-9685-164C5EEE40DD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b="0" dirty="0" err="1"/>
            <a:t>Generic</a:t>
          </a:r>
          <a:r>
            <a:rPr lang="it-IT" b="0" dirty="0"/>
            <a:t> features of the users</a:t>
          </a:r>
        </a:p>
      </dgm:t>
    </dgm:pt>
    <dgm:pt modelId="{BD7BE91A-725E-46EE-A9BE-6AC60C9498D4}" type="parTrans" cxnId="{1629140E-B791-4929-A8F5-B28555DCB364}">
      <dgm:prSet/>
      <dgm:spPr/>
    </dgm:pt>
    <dgm:pt modelId="{4DE73CEB-CFBF-452F-AB45-C023CF521104}" type="sibTrans" cxnId="{1629140E-B791-4929-A8F5-B28555DCB364}">
      <dgm:prSet/>
      <dgm:spPr/>
    </dgm:pt>
    <dgm:pt modelId="{E58011E8-94AB-4284-A01A-FE88A8664477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it-IT" b="0" dirty="0"/>
            <a:t>Combine </a:t>
          </a:r>
          <a:r>
            <a:rPr lang="it-IT" b="0" dirty="0" err="1"/>
            <a:t>them</a:t>
          </a:r>
          <a:r>
            <a:rPr lang="it-IT" b="0" dirty="0"/>
            <a:t> </a:t>
          </a:r>
          <a:r>
            <a:rPr lang="it-IT" b="0" dirty="0" err="1"/>
            <a:t>into</a:t>
          </a:r>
          <a:r>
            <a:rPr lang="it-IT" b="0" dirty="0"/>
            <a:t> one dataset</a:t>
          </a:r>
        </a:p>
      </dgm:t>
    </dgm:pt>
    <dgm:pt modelId="{4811E84F-DF37-4845-8195-60964734B33D}" type="parTrans" cxnId="{6A5F2288-952F-43CE-9A20-0C6597A58056}">
      <dgm:prSet/>
      <dgm:spPr/>
    </dgm:pt>
    <dgm:pt modelId="{D5CE67AB-1509-4DB6-922C-AC01026DD73E}" type="sibTrans" cxnId="{6A5F2288-952F-43CE-9A20-0C6597A58056}">
      <dgm:prSet/>
      <dgm:spPr/>
    </dgm:pt>
    <dgm:pt modelId="{657758B0-963D-4008-9F93-C03D31069FBB}">
      <dgm:prSet phldrT="[Testo]"/>
      <dgm:spPr/>
      <dgm:t>
        <a:bodyPr/>
        <a:lstStyle/>
        <a:p>
          <a:r>
            <a:rPr lang="it-IT" b="0" dirty="0" err="1"/>
            <a:t>Define</a:t>
          </a:r>
          <a:r>
            <a:rPr lang="it-IT" b="0" dirty="0"/>
            <a:t> a </a:t>
          </a:r>
          <a:r>
            <a:rPr lang="it-IT" b="0" dirty="0" err="1"/>
            <a:t>classifier</a:t>
          </a:r>
          <a:endParaRPr lang="it-IT" b="0" dirty="0"/>
        </a:p>
      </dgm:t>
    </dgm:pt>
    <dgm:pt modelId="{F04FDDE6-01F3-48B0-A69D-11131EBA7BBA}" type="parTrans" cxnId="{E7413318-99D0-4866-9EAE-BF2C015BDEDB}">
      <dgm:prSet/>
      <dgm:spPr/>
    </dgm:pt>
    <dgm:pt modelId="{02C3B207-73FB-4FB4-A73C-0CE3E96D4685}" type="sibTrans" cxnId="{E7413318-99D0-4866-9EAE-BF2C015BDEDB}">
      <dgm:prSet/>
      <dgm:spPr/>
    </dgm:pt>
    <dgm:pt modelId="{9646E25E-4621-4742-B70A-A3DA24E7B2C2}" type="pres">
      <dgm:prSet presAssocID="{E8F623B1-34BB-4710-B530-0AA1F24CC010}" presName="linear" presStyleCnt="0">
        <dgm:presLayoutVars>
          <dgm:dir/>
          <dgm:animLvl val="lvl"/>
          <dgm:resizeHandles val="exact"/>
        </dgm:presLayoutVars>
      </dgm:prSet>
      <dgm:spPr/>
    </dgm:pt>
    <dgm:pt modelId="{52C21AC5-961B-452A-B639-1A6D7E6C1B5D}" type="pres">
      <dgm:prSet presAssocID="{57322471-45C0-426D-B22F-A276E6D35593}" presName="parentLin" presStyleCnt="0"/>
      <dgm:spPr/>
    </dgm:pt>
    <dgm:pt modelId="{E60FAFBF-3B73-4E47-B59B-D4E92A9D1210}" type="pres">
      <dgm:prSet presAssocID="{57322471-45C0-426D-B22F-A276E6D35593}" presName="parentLeftMargin" presStyleLbl="node1" presStyleIdx="0" presStyleCnt="3"/>
      <dgm:spPr/>
    </dgm:pt>
    <dgm:pt modelId="{858F67A5-4C30-4996-B7FC-D06FC8418BCE}" type="pres">
      <dgm:prSet presAssocID="{57322471-45C0-426D-B22F-A276E6D3559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828A470-7864-4778-AC4A-0AEC0716863F}" type="pres">
      <dgm:prSet presAssocID="{57322471-45C0-426D-B22F-A276E6D35593}" presName="negativeSpace" presStyleCnt="0"/>
      <dgm:spPr/>
    </dgm:pt>
    <dgm:pt modelId="{8673DFD2-0EB2-4E18-A9A6-A5AA846C9882}" type="pres">
      <dgm:prSet presAssocID="{57322471-45C0-426D-B22F-A276E6D35593}" presName="childText" presStyleLbl="conFgAcc1" presStyleIdx="0" presStyleCnt="3">
        <dgm:presLayoutVars>
          <dgm:bulletEnabled val="1"/>
        </dgm:presLayoutVars>
      </dgm:prSet>
      <dgm:spPr/>
    </dgm:pt>
    <dgm:pt modelId="{24C36FB3-8A02-4D98-B635-F3CCD0A7F0BE}" type="pres">
      <dgm:prSet presAssocID="{C0638F1D-BBC3-49CD-ADC3-33F38D4C32FD}" presName="spaceBetweenRectangles" presStyleCnt="0"/>
      <dgm:spPr/>
    </dgm:pt>
    <dgm:pt modelId="{25DDA382-7021-4CE0-B028-883F7C84C7A5}" type="pres">
      <dgm:prSet presAssocID="{C5362BEA-45A5-4B1E-8E56-93908592D3C5}" presName="parentLin" presStyleCnt="0"/>
      <dgm:spPr/>
    </dgm:pt>
    <dgm:pt modelId="{86E9F6B6-EC78-4E04-A02D-A2B9AC9828A1}" type="pres">
      <dgm:prSet presAssocID="{C5362BEA-45A5-4B1E-8E56-93908592D3C5}" presName="parentLeftMargin" presStyleLbl="node1" presStyleIdx="0" presStyleCnt="3"/>
      <dgm:spPr/>
    </dgm:pt>
    <dgm:pt modelId="{17F0F8EF-A10E-4D66-955F-1480CA6C292D}" type="pres">
      <dgm:prSet presAssocID="{C5362BEA-45A5-4B1E-8E56-93908592D3C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C676102-92F5-4130-BCEA-0B6A81CCC46D}" type="pres">
      <dgm:prSet presAssocID="{C5362BEA-45A5-4B1E-8E56-93908592D3C5}" presName="negativeSpace" presStyleCnt="0"/>
      <dgm:spPr/>
    </dgm:pt>
    <dgm:pt modelId="{62EAF4F0-DC0D-4C33-AC76-3ED5837DC255}" type="pres">
      <dgm:prSet presAssocID="{C5362BEA-45A5-4B1E-8E56-93908592D3C5}" presName="childText" presStyleLbl="conFgAcc1" presStyleIdx="1" presStyleCnt="3">
        <dgm:presLayoutVars>
          <dgm:bulletEnabled val="1"/>
        </dgm:presLayoutVars>
      </dgm:prSet>
      <dgm:spPr/>
    </dgm:pt>
    <dgm:pt modelId="{42A8B58F-F8FA-4AA0-8F37-46D4A52FACEC}" type="pres">
      <dgm:prSet presAssocID="{550FEBA6-54D6-436F-A406-1594962246CC}" presName="spaceBetweenRectangles" presStyleCnt="0"/>
      <dgm:spPr/>
    </dgm:pt>
    <dgm:pt modelId="{58F1D3BB-DBF5-4E15-829C-77DC6790E4B4}" type="pres">
      <dgm:prSet presAssocID="{2B9D9B9D-4534-43BE-AED6-9C5F617FCC56}" presName="parentLin" presStyleCnt="0"/>
      <dgm:spPr/>
    </dgm:pt>
    <dgm:pt modelId="{413B853C-4D12-4EC4-96E4-EDEBD87C5A6F}" type="pres">
      <dgm:prSet presAssocID="{2B9D9B9D-4534-43BE-AED6-9C5F617FCC56}" presName="parentLeftMargin" presStyleLbl="node1" presStyleIdx="1" presStyleCnt="3"/>
      <dgm:spPr/>
    </dgm:pt>
    <dgm:pt modelId="{6B4E2CD1-C54C-4135-9876-8F76EA77572B}" type="pres">
      <dgm:prSet presAssocID="{2B9D9B9D-4534-43BE-AED6-9C5F617FCC5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3541149-F2E7-4FFB-AA28-52120229B65D}" type="pres">
      <dgm:prSet presAssocID="{2B9D9B9D-4534-43BE-AED6-9C5F617FCC56}" presName="negativeSpace" presStyleCnt="0"/>
      <dgm:spPr/>
    </dgm:pt>
    <dgm:pt modelId="{38601105-795F-4ECD-A277-63E5AB12E23E}" type="pres">
      <dgm:prSet presAssocID="{2B9D9B9D-4534-43BE-AED6-9C5F617FCC5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C489F00-4CFC-448D-9C9A-4406046AC62C}" type="presOf" srcId="{29D769D4-AAE8-472A-8F87-DDD33BF2E3D2}" destId="{62EAF4F0-DC0D-4C33-AC76-3ED5837DC255}" srcOrd="0" destOrd="1" presId="urn:microsoft.com/office/officeart/2005/8/layout/list1"/>
    <dgm:cxn modelId="{1629140E-B791-4929-A8F5-B28555DCB364}" srcId="{57322471-45C0-426D-B22F-A276E6D35593}" destId="{93D5A0C8-E05F-4268-9685-164C5EEE40DD}" srcOrd="1" destOrd="0" parTransId="{BD7BE91A-725E-46EE-A9BE-6AC60C9498D4}" sibTransId="{4DE73CEB-CFBF-452F-AB45-C023CF521104}"/>
    <dgm:cxn modelId="{55C34313-DED7-4BEC-B633-E35100DB7C33}" type="presOf" srcId="{C5362BEA-45A5-4B1E-8E56-93908592D3C5}" destId="{17F0F8EF-A10E-4D66-955F-1480CA6C292D}" srcOrd="1" destOrd="0" presId="urn:microsoft.com/office/officeart/2005/8/layout/list1"/>
    <dgm:cxn modelId="{33769014-3471-4E1C-8957-BF4F3C0EE744}" srcId="{E8F623B1-34BB-4710-B530-0AA1F24CC010}" destId="{C5362BEA-45A5-4B1E-8E56-93908592D3C5}" srcOrd="1" destOrd="0" parTransId="{435DF9CF-B6EA-4EB5-B6D2-E664C692C2E1}" sibTransId="{550FEBA6-54D6-436F-A406-1594962246CC}"/>
    <dgm:cxn modelId="{E7413318-99D0-4866-9EAE-BF2C015BDEDB}" srcId="{C5362BEA-45A5-4B1E-8E56-93908592D3C5}" destId="{657758B0-963D-4008-9F93-C03D31069FBB}" srcOrd="0" destOrd="0" parTransId="{F04FDDE6-01F3-48B0-A69D-11131EBA7BBA}" sibTransId="{02C3B207-73FB-4FB4-A73C-0CE3E96D4685}"/>
    <dgm:cxn modelId="{EE52BA1D-D65A-4B1C-9579-0269B8B64177}" type="presOf" srcId="{2B9D9B9D-4534-43BE-AED6-9C5F617FCC56}" destId="{413B853C-4D12-4EC4-96E4-EDEBD87C5A6F}" srcOrd="0" destOrd="0" presId="urn:microsoft.com/office/officeart/2005/8/layout/list1"/>
    <dgm:cxn modelId="{C001302F-688B-4CA7-9DE5-B0E79E990A3D}" srcId="{E8F623B1-34BB-4710-B530-0AA1F24CC010}" destId="{2B9D9B9D-4534-43BE-AED6-9C5F617FCC56}" srcOrd="2" destOrd="0" parTransId="{250977A3-C48E-4942-9D18-9CF801D0FA33}" sibTransId="{967C98DB-4577-4C71-9CCC-CC373B16C78D}"/>
    <dgm:cxn modelId="{8127DD2F-9AC2-4E15-8F97-73CEE98CAFEF}" type="presOf" srcId="{57322471-45C0-426D-B22F-A276E6D35593}" destId="{858F67A5-4C30-4996-B7FC-D06FC8418BCE}" srcOrd="1" destOrd="0" presId="urn:microsoft.com/office/officeart/2005/8/layout/list1"/>
    <dgm:cxn modelId="{A30ECD33-2B20-4824-9EEB-75F31A7C598F}" type="presOf" srcId="{2B9D9B9D-4534-43BE-AED6-9C5F617FCC56}" destId="{6B4E2CD1-C54C-4135-9876-8F76EA77572B}" srcOrd="1" destOrd="0" presId="urn:microsoft.com/office/officeart/2005/8/layout/list1"/>
    <dgm:cxn modelId="{C0B8445B-8414-42A7-B107-6FE084A5CB19}" type="presOf" srcId="{E8F623B1-34BB-4710-B530-0AA1F24CC010}" destId="{9646E25E-4621-4742-B70A-A3DA24E7B2C2}" srcOrd="0" destOrd="0" presId="urn:microsoft.com/office/officeart/2005/8/layout/list1"/>
    <dgm:cxn modelId="{7E079F6C-63A9-4D7F-8EE2-E53ED006BD68}" srcId="{57322471-45C0-426D-B22F-A276E6D35593}" destId="{E8797FA3-D329-4B24-B742-60C48731AFE1}" srcOrd="0" destOrd="0" parTransId="{7BB12BD9-79EF-4B5B-B615-282E651DCE87}" sibTransId="{15BA38B6-FB04-47E8-BCE8-5351CFBD8F12}"/>
    <dgm:cxn modelId="{C34D917F-51B2-4351-BFC6-B2FBF0F96B66}" type="presOf" srcId="{93D5A0C8-E05F-4268-9685-164C5EEE40DD}" destId="{8673DFD2-0EB2-4E18-A9A6-A5AA846C9882}" srcOrd="0" destOrd="1" presId="urn:microsoft.com/office/officeart/2005/8/layout/list1"/>
    <dgm:cxn modelId="{6A5F2288-952F-43CE-9A20-0C6597A58056}" srcId="{57322471-45C0-426D-B22F-A276E6D35593}" destId="{E58011E8-94AB-4284-A01A-FE88A8664477}" srcOrd="2" destOrd="0" parTransId="{4811E84F-DF37-4845-8195-60964734B33D}" sibTransId="{D5CE67AB-1509-4DB6-922C-AC01026DD73E}"/>
    <dgm:cxn modelId="{9129BF91-8F27-4745-99BC-A576609330F9}" srcId="{C5362BEA-45A5-4B1E-8E56-93908592D3C5}" destId="{29D769D4-AAE8-472A-8F87-DDD33BF2E3D2}" srcOrd="1" destOrd="0" parTransId="{2F3CEED5-C5B7-4D5D-84D9-CABD2A08AC15}" sibTransId="{08A61C78-FEE8-4DED-AF53-6EABC6B74C6E}"/>
    <dgm:cxn modelId="{6323C896-4086-45D9-A912-500682FE7947}" type="presOf" srcId="{C5362BEA-45A5-4B1E-8E56-93908592D3C5}" destId="{86E9F6B6-EC78-4E04-A02D-A2B9AC9828A1}" srcOrd="0" destOrd="0" presId="urn:microsoft.com/office/officeart/2005/8/layout/list1"/>
    <dgm:cxn modelId="{EE52F099-20AA-40F8-A9EE-599E3391F836}" type="presOf" srcId="{57322471-45C0-426D-B22F-A276E6D35593}" destId="{E60FAFBF-3B73-4E47-B59B-D4E92A9D1210}" srcOrd="0" destOrd="0" presId="urn:microsoft.com/office/officeart/2005/8/layout/list1"/>
    <dgm:cxn modelId="{7CEBD89C-010C-4B5F-B78B-E211C8ABFB72}" srcId="{2B9D9B9D-4534-43BE-AED6-9C5F617FCC56}" destId="{E42A871C-028B-4449-BC94-3C9573D45C4C}" srcOrd="0" destOrd="0" parTransId="{9713B81D-D0BE-4F22-AA0D-DB49F6627983}" sibTransId="{B1A75811-528A-40F8-A1A6-2FA1F0EEC31B}"/>
    <dgm:cxn modelId="{0528E9A1-C741-4C4B-B326-21D191865B82}" type="presOf" srcId="{E58011E8-94AB-4284-A01A-FE88A8664477}" destId="{8673DFD2-0EB2-4E18-A9A6-A5AA846C9882}" srcOrd="0" destOrd="2" presId="urn:microsoft.com/office/officeart/2005/8/layout/list1"/>
    <dgm:cxn modelId="{2C9E70A9-ED95-4B99-9D75-C60335748584}" type="presOf" srcId="{657758B0-963D-4008-9F93-C03D31069FBB}" destId="{62EAF4F0-DC0D-4C33-AC76-3ED5837DC255}" srcOrd="0" destOrd="0" presId="urn:microsoft.com/office/officeart/2005/8/layout/list1"/>
    <dgm:cxn modelId="{7EC368CC-414E-4C05-811D-4D8AF19C87DD}" srcId="{E8F623B1-34BB-4710-B530-0AA1F24CC010}" destId="{57322471-45C0-426D-B22F-A276E6D35593}" srcOrd="0" destOrd="0" parTransId="{993C4502-DC57-4FA8-9927-B681FA3424B6}" sibTransId="{C0638F1D-BBC3-49CD-ADC3-33F38D4C32FD}"/>
    <dgm:cxn modelId="{9D519EF6-5BC4-41D4-9041-0158E43565E2}" type="presOf" srcId="{E8797FA3-D329-4B24-B742-60C48731AFE1}" destId="{8673DFD2-0EB2-4E18-A9A6-A5AA846C9882}" srcOrd="0" destOrd="0" presId="urn:microsoft.com/office/officeart/2005/8/layout/list1"/>
    <dgm:cxn modelId="{5A1413FA-DA6A-4F2D-8455-7F3429C4B815}" type="presOf" srcId="{E42A871C-028B-4449-BC94-3C9573D45C4C}" destId="{38601105-795F-4ECD-A277-63E5AB12E23E}" srcOrd="0" destOrd="0" presId="urn:microsoft.com/office/officeart/2005/8/layout/list1"/>
    <dgm:cxn modelId="{FE64A7A7-282F-481C-89D9-6C4EA122718B}" type="presParOf" srcId="{9646E25E-4621-4742-B70A-A3DA24E7B2C2}" destId="{52C21AC5-961B-452A-B639-1A6D7E6C1B5D}" srcOrd="0" destOrd="0" presId="urn:microsoft.com/office/officeart/2005/8/layout/list1"/>
    <dgm:cxn modelId="{5666C140-7D17-4686-B761-78308921BED2}" type="presParOf" srcId="{52C21AC5-961B-452A-B639-1A6D7E6C1B5D}" destId="{E60FAFBF-3B73-4E47-B59B-D4E92A9D1210}" srcOrd="0" destOrd="0" presId="urn:microsoft.com/office/officeart/2005/8/layout/list1"/>
    <dgm:cxn modelId="{CDB123B6-7A12-4511-A929-8D58657E0E50}" type="presParOf" srcId="{52C21AC5-961B-452A-B639-1A6D7E6C1B5D}" destId="{858F67A5-4C30-4996-B7FC-D06FC8418BCE}" srcOrd="1" destOrd="0" presId="urn:microsoft.com/office/officeart/2005/8/layout/list1"/>
    <dgm:cxn modelId="{876F496D-4FE8-4AB1-A4F3-907177BA1766}" type="presParOf" srcId="{9646E25E-4621-4742-B70A-A3DA24E7B2C2}" destId="{8828A470-7864-4778-AC4A-0AEC0716863F}" srcOrd="1" destOrd="0" presId="urn:microsoft.com/office/officeart/2005/8/layout/list1"/>
    <dgm:cxn modelId="{3A078342-2CA4-402D-95F2-B36AC5A11D79}" type="presParOf" srcId="{9646E25E-4621-4742-B70A-A3DA24E7B2C2}" destId="{8673DFD2-0EB2-4E18-A9A6-A5AA846C9882}" srcOrd="2" destOrd="0" presId="urn:microsoft.com/office/officeart/2005/8/layout/list1"/>
    <dgm:cxn modelId="{298119CA-BD71-46E2-B6E2-12FB7B583B39}" type="presParOf" srcId="{9646E25E-4621-4742-B70A-A3DA24E7B2C2}" destId="{24C36FB3-8A02-4D98-B635-F3CCD0A7F0BE}" srcOrd="3" destOrd="0" presId="urn:microsoft.com/office/officeart/2005/8/layout/list1"/>
    <dgm:cxn modelId="{35FF547B-3B8D-465D-97A9-E26A2C1EBECB}" type="presParOf" srcId="{9646E25E-4621-4742-B70A-A3DA24E7B2C2}" destId="{25DDA382-7021-4CE0-B028-883F7C84C7A5}" srcOrd="4" destOrd="0" presId="urn:microsoft.com/office/officeart/2005/8/layout/list1"/>
    <dgm:cxn modelId="{344ED642-E278-4726-AC28-93214731465C}" type="presParOf" srcId="{25DDA382-7021-4CE0-B028-883F7C84C7A5}" destId="{86E9F6B6-EC78-4E04-A02D-A2B9AC9828A1}" srcOrd="0" destOrd="0" presId="urn:microsoft.com/office/officeart/2005/8/layout/list1"/>
    <dgm:cxn modelId="{BE594DC1-16E4-44D0-8F49-FB82B6023E5F}" type="presParOf" srcId="{25DDA382-7021-4CE0-B028-883F7C84C7A5}" destId="{17F0F8EF-A10E-4D66-955F-1480CA6C292D}" srcOrd="1" destOrd="0" presId="urn:microsoft.com/office/officeart/2005/8/layout/list1"/>
    <dgm:cxn modelId="{74CAA888-33BF-4155-B913-E8AC3D857FF8}" type="presParOf" srcId="{9646E25E-4621-4742-B70A-A3DA24E7B2C2}" destId="{EC676102-92F5-4130-BCEA-0B6A81CCC46D}" srcOrd="5" destOrd="0" presId="urn:microsoft.com/office/officeart/2005/8/layout/list1"/>
    <dgm:cxn modelId="{B9090227-AA02-4B36-B99D-E72FD13BE18C}" type="presParOf" srcId="{9646E25E-4621-4742-B70A-A3DA24E7B2C2}" destId="{62EAF4F0-DC0D-4C33-AC76-3ED5837DC255}" srcOrd="6" destOrd="0" presId="urn:microsoft.com/office/officeart/2005/8/layout/list1"/>
    <dgm:cxn modelId="{6E822C17-34A5-4DBF-86C4-68E22C6ACEE9}" type="presParOf" srcId="{9646E25E-4621-4742-B70A-A3DA24E7B2C2}" destId="{42A8B58F-F8FA-4AA0-8F37-46D4A52FACEC}" srcOrd="7" destOrd="0" presId="urn:microsoft.com/office/officeart/2005/8/layout/list1"/>
    <dgm:cxn modelId="{CE2BEA4C-837D-40C6-B038-88D4AB4D91D4}" type="presParOf" srcId="{9646E25E-4621-4742-B70A-A3DA24E7B2C2}" destId="{58F1D3BB-DBF5-4E15-829C-77DC6790E4B4}" srcOrd="8" destOrd="0" presId="urn:microsoft.com/office/officeart/2005/8/layout/list1"/>
    <dgm:cxn modelId="{7C2E5E95-BB64-4A9C-8E61-73F12E1FAB3E}" type="presParOf" srcId="{58F1D3BB-DBF5-4E15-829C-77DC6790E4B4}" destId="{413B853C-4D12-4EC4-96E4-EDEBD87C5A6F}" srcOrd="0" destOrd="0" presId="urn:microsoft.com/office/officeart/2005/8/layout/list1"/>
    <dgm:cxn modelId="{264601C2-314E-44C7-AEE6-B270E286D6F5}" type="presParOf" srcId="{58F1D3BB-DBF5-4E15-829C-77DC6790E4B4}" destId="{6B4E2CD1-C54C-4135-9876-8F76EA77572B}" srcOrd="1" destOrd="0" presId="urn:microsoft.com/office/officeart/2005/8/layout/list1"/>
    <dgm:cxn modelId="{5A9884FC-1776-4DEF-987E-8C3CCFC87BC3}" type="presParOf" srcId="{9646E25E-4621-4742-B70A-A3DA24E7B2C2}" destId="{D3541149-F2E7-4FFB-AA28-52120229B65D}" srcOrd="9" destOrd="0" presId="urn:microsoft.com/office/officeart/2005/8/layout/list1"/>
    <dgm:cxn modelId="{73E9BDF1-AD1E-44EC-967E-8CAC9EF70F03}" type="presParOf" srcId="{9646E25E-4621-4742-B70A-A3DA24E7B2C2}" destId="{38601105-795F-4ECD-A277-63E5AB12E23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5BBC8E35-19E3-4501-8BB2-EA020E24795B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3033D31F-E256-4598-BC98-C464ACC4AD90}">
      <dgm:prSet phldrT="[Testo]"/>
      <dgm:spPr/>
      <dgm:t>
        <a:bodyPr/>
        <a:lstStyle/>
        <a:p>
          <a:r>
            <a:rPr lang="it-IT" b="0" dirty="0" err="1"/>
            <a:t>Extract</a:t>
          </a:r>
          <a:r>
            <a:rPr lang="it-IT" b="0" dirty="0"/>
            <a:t> </a:t>
          </a:r>
          <a:r>
            <a:rPr lang="it-IT" b="0" dirty="0" err="1"/>
            <a:t>generic</a:t>
          </a:r>
          <a:r>
            <a:rPr lang="it-IT" b="0" dirty="0"/>
            <a:t> features from users</a:t>
          </a:r>
          <a:endParaRPr lang="it-IT" dirty="0"/>
        </a:p>
      </dgm:t>
    </dgm:pt>
    <dgm:pt modelId="{FF7CA258-6732-42F4-8A84-709B2150FB70}" type="parTrans" cxnId="{40678304-E087-44E2-B186-BAF4C40CA862}">
      <dgm:prSet/>
      <dgm:spPr/>
      <dgm:t>
        <a:bodyPr/>
        <a:lstStyle/>
        <a:p>
          <a:endParaRPr lang="it-IT"/>
        </a:p>
      </dgm:t>
    </dgm:pt>
    <dgm:pt modelId="{800EAF5D-B0FD-4CC0-8BB4-BC3D2F3601CD}" type="sibTrans" cxnId="{40678304-E087-44E2-B186-BAF4C40CA862}">
      <dgm:prSet/>
      <dgm:spPr/>
      <dgm:t>
        <a:bodyPr/>
        <a:lstStyle/>
        <a:p>
          <a:endParaRPr lang="it-IT"/>
        </a:p>
      </dgm:t>
    </dgm:pt>
    <dgm:pt modelId="{B65FF322-F970-4352-A7DF-88437A67F743}">
      <dgm:prSet phldrT="[Testo]"/>
      <dgm:spPr/>
      <dgm:t>
        <a:bodyPr/>
        <a:lstStyle/>
        <a:p>
          <a:r>
            <a:rPr lang="it-IT" b="0" dirty="0" err="1"/>
            <a:t>Calculate</a:t>
          </a:r>
          <a:r>
            <a:rPr lang="it-IT" b="0" dirty="0"/>
            <a:t> </a:t>
          </a:r>
          <a:r>
            <a:rPr lang="it-IT" b="0" dirty="0" err="1"/>
            <a:t>userId</a:t>
          </a:r>
          <a:r>
            <a:rPr lang="it-IT" b="0" dirty="0"/>
            <a:t> for </a:t>
          </a:r>
          <a:r>
            <a:rPr lang="it-IT" b="0" dirty="0" err="1"/>
            <a:t>every</a:t>
          </a:r>
          <a:r>
            <a:rPr lang="it-IT" b="0" dirty="0"/>
            <a:t> user-feature</a:t>
          </a:r>
        </a:p>
      </dgm:t>
    </dgm:pt>
    <dgm:pt modelId="{65AAE732-045B-48FD-9DF8-8AFA1DC0CFAA}" type="parTrans" cxnId="{8763578E-0719-485C-9212-61983125C160}">
      <dgm:prSet/>
      <dgm:spPr/>
      <dgm:t>
        <a:bodyPr/>
        <a:lstStyle/>
        <a:p>
          <a:endParaRPr lang="it-IT"/>
        </a:p>
      </dgm:t>
    </dgm:pt>
    <dgm:pt modelId="{59290163-B700-45DE-A2E9-282FEDC7E866}" type="sibTrans" cxnId="{8763578E-0719-485C-9212-61983125C160}">
      <dgm:prSet/>
      <dgm:spPr/>
      <dgm:t>
        <a:bodyPr/>
        <a:lstStyle/>
        <a:p>
          <a:endParaRPr lang="it-IT"/>
        </a:p>
      </dgm:t>
    </dgm:pt>
    <dgm:pt modelId="{821A527C-76FA-4D76-80A8-D6D655D3DCCF}">
      <dgm:prSet phldrT="[Testo]"/>
      <dgm:spPr/>
      <dgm:t>
        <a:bodyPr/>
        <a:lstStyle/>
        <a:p>
          <a:r>
            <a:rPr lang="it-IT" b="0" dirty="0"/>
            <a:t>Combine </a:t>
          </a:r>
          <a:r>
            <a:rPr lang="it-IT" b="0" dirty="0" err="1"/>
            <a:t>them</a:t>
          </a:r>
          <a:r>
            <a:rPr lang="it-IT" b="0" dirty="0"/>
            <a:t> in one dataset</a:t>
          </a:r>
        </a:p>
      </dgm:t>
    </dgm:pt>
    <dgm:pt modelId="{466BD201-65E3-46EF-A1FD-56E8C26C4788}" type="parTrans" cxnId="{B4A8FFF7-E281-49CA-90D1-8D0392AFA32B}">
      <dgm:prSet/>
      <dgm:spPr/>
      <dgm:t>
        <a:bodyPr/>
        <a:lstStyle/>
        <a:p>
          <a:endParaRPr lang="it-IT"/>
        </a:p>
      </dgm:t>
    </dgm:pt>
    <dgm:pt modelId="{14B45C4F-F0ED-4C70-A0EA-2B78C70015BB}" type="sibTrans" cxnId="{B4A8FFF7-E281-49CA-90D1-8D0392AFA32B}">
      <dgm:prSet/>
      <dgm:spPr/>
      <dgm:t>
        <a:bodyPr/>
        <a:lstStyle/>
        <a:p>
          <a:endParaRPr lang="it-IT"/>
        </a:p>
      </dgm:t>
    </dgm:pt>
    <dgm:pt modelId="{DA07E2A1-3410-42A8-92E2-B70CEDCA3123}">
      <dgm:prSet phldrT="[Testo]"/>
      <dgm:spPr/>
      <dgm:t>
        <a:bodyPr/>
        <a:lstStyle/>
        <a:p>
          <a:r>
            <a:rPr lang="it-IT" b="0" dirty="0"/>
            <a:t>Training </a:t>
          </a:r>
          <a:r>
            <a:rPr lang="it-IT" b="0" dirty="0" err="1"/>
            <a:t>classifier</a:t>
          </a:r>
          <a:endParaRPr lang="it-IT" b="0" dirty="0"/>
        </a:p>
      </dgm:t>
    </dgm:pt>
    <dgm:pt modelId="{CA130688-F66D-4FE6-936B-234ABBB247E4}" type="parTrans" cxnId="{0017D4E6-A495-4D95-813B-0EA20993ACEA}">
      <dgm:prSet/>
      <dgm:spPr/>
      <dgm:t>
        <a:bodyPr/>
        <a:lstStyle/>
        <a:p>
          <a:endParaRPr lang="it-IT"/>
        </a:p>
      </dgm:t>
    </dgm:pt>
    <dgm:pt modelId="{7A81CD6C-3B3F-4189-862C-CD67862B6649}" type="sibTrans" cxnId="{0017D4E6-A495-4D95-813B-0EA20993ACEA}">
      <dgm:prSet/>
      <dgm:spPr/>
      <dgm:t>
        <a:bodyPr/>
        <a:lstStyle/>
        <a:p>
          <a:endParaRPr lang="it-IT"/>
        </a:p>
      </dgm:t>
    </dgm:pt>
    <dgm:pt modelId="{EE88C40A-342C-4DCF-9165-6F1E27D7E34F}">
      <dgm:prSet phldrT="[Testo]"/>
      <dgm:spPr/>
      <dgm:t>
        <a:bodyPr/>
        <a:lstStyle/>
        <a:p>
          <a:r>
            <a:rPr lang="it-IT" b="0"/>
            <a:t>Extract </a:t>
          </a:r>
          <a:r>
            <a:rPr lang="it-IT" b="0" dirty="0" err="1"/>
            <a:t>generic</a:t>
          </a:r>
          <a:r>
            <a:rPr lang="it-IT" b="0" dirty="0"/>
            <a:t> features from items</a:t>
          </a:r>
        </a:p>
      </dgm:t>
    </dgm:pt>
    <dgm:pt modelId="{CD65080F-BABD-4B45-94AB-E9D7090D4A59}" type="parTrans" cxnId="{55835D43-DF93-4D33-A343-B7D526828DA4}">
      <dgm:prSet/>
      <dgm:spPr/>
    </dgm:pt>
    <dgm:pt modelId="{E1A585AA-2D94-49F7-8820-09F3C0EB8599}" type="sibTrans" cxnId="{55835D43-DF93-4D33-A343-B7D526828DA4}">
      <dgm:prSet/>
      <dgm:spPr/>
    </dgm:pt>
    <dgm:pt modelId="{9BADC5D1-57CD-4EA1-9932-7AA2818FCDC0}" type="pres">
      <dgm:prSet presAssocID="{5BBC8E35-19E3-4501-8BB2-EA020E24795B}" presName="Name0" presStyleCnt="0">
        <dgm:presLayoutVars>
          <dgm:chMax val="7"/>
          <dgm:chPref val="7"/>
          <dgm:dir/>
        </dgm:presLayoutVars>
      </dgm:prSet>
      <dgm:spPr/>
    </dgm:pt>
    <dgm:pt modelId="{09287FF0-A19C-4AB3-9573-B5AE68B8480E}" type="pres">
      <dgm:prSet presAssocID="{5BBC8E35-19E3-4501-8BB2-EA020E24795B}" presName="Name1" presStyleCnt="0"/>
      <dgm:spPr/>
    </dgm:pt>
    <dgm:pt modelId="{26505024-18A7-418C-8EED-22BBA10384F9}" type="pres">
      <dgm:prSet presAssocID="{5BBC8E35-19E3-4501-8BB2-EA020E24795B}" presName="cycle" presStyleCnt="0"/>
      <dgm:spPr/>
    </dgm:pt>
    <dgm:pt modelId="{879A1692-1DCA-443F-B34B-175931AF6116}" type="pres">
      <dgm:prSet presAssocID="{5BBC8E35-19E3-4501-8BB2-EA020E24795B}" presName="srcNode" presStyleLbl="node1" presStyleIdx="0" presStyleCnt="5"/>
      <dgm:spPr/>
    </dgm:pt>
    <dgm:pt modelId="{3436D6B1-9FA3-48A2-847A-2BD38F96912E}" type="pres">
      <dgm:prSet presAssocID="{5BBC8E35-19E3-4501-8BB2-EA020E24795B}" presName="conn" presStyleLbl="parChTrans1D2" presStyleIdx="0" presStyleCnt="1"/>
      <dgm:spPr/>
    </dgm:pt>
    <dgm:pt modelId="{5C4B9F3B-5948-4115-9F39-F2EB3772DC7F}" type="pres">
      <dgm:prSet presAssocID="{5BBC8E35-19E3-4501-8BB2-EA020E24795B}" presName="extraNode" presStyleLbl="node1" presStyleIdx="0" presStyleCnt="5"/>
      <dgm:spPr/>
    </dgm:pt>
    <dgm:pt modelId="{15D92BCB-272F-49B4-A2D4-0758862FBE8F}" type="pres">
      <dgm:prSet presAssocID="{5BBC8E35-19E3-4501-8BB2-EA020E24795B}" presName="dstNode" presStyleLbl="node1" presStyleIdx="0" presStyleCnt="5"/>
      <dgm:spPr/>
    </dgm:pt>
    <dgm:pt modelId="{81391E47-1388-46E7-980D-062B3A0738E2}" type="pres">
      <dgm:prSet presAssocID="{3033D31F-E256-4598-BC98-C464ACC4AD90}" presName="text_1" presStyleLbl="node1" presStyleIdx="0" presStyleCnt="5">
        <dgm:presLayoutVars>
          <dgm:bulletEnabled val="1"/>
        </dgm:presLayoutVars>
      </dgm:prSet>
      <dgm:spPr/>
    </dgm:pt>
    <dgm:pt modelId="{E0813896-4C65-4951-9395-92657FFC7ED0}" type="pres">
      <dgm:prSet presAssocID="{3033D31F-E256-4598-BC98-C464ACC4AD90}" presName="accent_1" presStyleCnt="0"/>
      <dgm:spPr/>
    </dgm:pt>
    <dgm:pt modelId="{8E1EC62D-034C-4692-BBC8-AE8E471F1D76}" type="pres">
      <dgm:prSet presAssocID="{3033D31F-E256-4598-BC98-C464ACC4AD90}" presName="accentRepeatNode" presStyleLbl="solidFgAcc1" presStyleIdx="0" presStyleCnt="5"/>
      <dgm:spPr/>
    </dgm:pt>
    <dgm:pt modelId="{FD45F27B-5673-42FE-9BE7-9E91DAE2DBB5}" type="pres">
      <dgm:prSet presAssocID="{B65FF322-F970-4352-A7DF-88437A67F743}" presName="text_2" presStyleLbl="node1" presStyleIdx="1" presStyleCnt="5">
        <dgm:presLayoutVars>
          <dgm:bulletEnabled val="1"/>
        </dgm:presLayoutVars>
      </dgm:prSet>
      <dgm:spPr/>
    </dgm:pt>
    <dgm:pt modelId="{5E7E70EE-05A0-48E2-B3A4-976B9A121377}" type="pres">
      <dgm:prSet presAssocID="{B65FF322-F970-4352-A7DF-88437A67F743}" presName="accent_2" presStyleCnt="0"/>
      <dgm:spPr/>
    </dgm:pt>
    <dgm:pt modelId="{0BCB47FA-7829-4623-B874-AE720E5F1BAF}" type="pres">
      <dgm:prSet presAssocID="{B65FF322-F970-4352-A7DF-88437A67F743}" presName="accentRepeatNode" presStyleLbl="solidFgAcc1" presStyleIdx="1" presStyleCnt="5"/>
      <dgm:spPr/>
    </dgm:pt>
    <dgm:pt modelId="{72427DF4-EA55-4ED7-BD56-EA24EC461497}" type="pres">
      <dgm:prSet presAssocID="{EE88C40A-342C-4DCF-9165-6F1E27D7E34F}" presName="text_3" presStyleLbl="node1" presStyleIdx="2" presStyleCnt="5">
        <dgm:presLayoutVars>
          <dgm:bulletEnabled val="1"/>
        </dgm:presLayoutVars>
      </dgm:prSet>
      <dgm:spPr/>
    </dgm:pt>
    <dgm:pt modelId="{3914B60A-3B39-4B7F-B8C9-E96FA167C569}" type="pres">
      <dgm:prSet presAssocID="{EE88C40A-342C-4DCF-9165-6F1E27D7E34F}" presName="accent_3" presStyleCnt="0"/>
      <dgm:spPr/>
    </dgm:pt>
    <dgm:pt modelId="{E0A4F0FE-7CAD-46A7-B35F-786C709A7255}" type="pres">
      <dgm:prSet presAssocID="{EE88C40A-342C-4DCF-9165-6F1E27D7E34F}" presName="accentRepeatNode" presStyleLbl="solidFgAcc1" presStyleIdx="2" presStyleCnt="5"/>
      <dgm:spPr/>
    </dgm:pt>
    <dgm:pt modelId="{02B2564C-94B0-4278-A27F-3F36834FDCE6}" type="pres">
      <dgm:prSet presAssocID="{821A527C-76FA-4D76-80A8-D6D655D3DCCF}" presName="text_4" presStyleLbl="node1" presStyleIdx="3" presStyleCnt="5">
        <dgm:presLayoutVars>
          <dgm:bulletEnabled val="1"/>
        </dgm:presLayoutVars>
      </dgm:prSet>
      <dgm:spPr/>
    </dgm:pt>
    <dgm:pt modelId="{1FADF3DF-FF15-43CB-97B3-DCB334E35ACD}" type="pres">
      <dgm:prSet presAssocID="{821A527C-76FA-4D76-80A8-D6D655D3DCCF}" presName="accent_4" presStyleCnt="0"/>
      <dgm:spPr/>
    </dgm:pt>
    <dgm:pt modelId="{557CACBD-E8EB-47CB-9B5B-E7F05D4A945E}" type="pres">
      <dgm:prSet presAssocID="{821A527C-76FA-4D76-80A8-D6D655D3DCCF}" presName="accentRepeatNode" presStyleLbl="solidFgAcc1" presStyleIdx="3" presStyleCnt="5"/>
      <dgm:spPr/>
    </dgm:pt>
    <dgm:pt modelId="{988DF3CA-4E3A-4A18-8216-E60991A2C5AA}" type="pres">
      <dgm:prSet presAssocID="{DA07E2A1-3410-42A8-92E2-B70CEDCA3123}" presName="text_5" presStyleLbl="node1" presStyleIdx="4" presStyleCnt="5">
        <dgm:presLayoutVars>
          <dgm:bulletEnabled val="1"/>
        </dgm:presLayoutVars>
      </dgm:prSet>
      <dgm:spPr/>
    </dgm:pt>
    <dgm:pt modelId="{608E0E24-17CF-4C14-A94B-B620AAF6740F}" type="pres">
      <dgm:prSet presAssocID="{DA07E2A1-3410-42A8-92E2-B70CEDCA3123}" presName="accent_5" presStyleCnt="0"/>
      <dgm:spPr/>
    </dgm:pt>
    <dgm:pt modelId="{F86A74EB-BC5C-469D-A46B-368DC854042A}" type="pres">
      <dgm:prSet presAssocID="{DA07E2A1-3410-42A8-92E2-B70CEDCA3123}" presName="accentRepeatNode" presStyleLbl="solidFgAcc1" presStyleIdx="4" presStyleCnt="5"/>
      <dgm:spPr/>
    </dgm:pt>
  </dgm:ptLst>
  <dgm:cxnLst>
    <dgm:cxn modelId="{40678304-E087-44E2-B186-BAF4C40CA862}" srcId="{5BBC8E35-19E3-4501-8BB2-EA020E24795B}" destId="{3033D31F-E256-4598-BC98-C464ACC4AD90}" srcOrd="0" destOrd="0" parTransId="{FF7CA258-6732-42F4-8A84-709B2150FB70}" sibTransId="{800EAF5D-B0FD-4CC0-8BB4-BC3D2F3601CD}"/>
    <dgm:cxn modelId="{0B865C21-0C6C-4791-B540-9F59008D96C1}" type="presOf" srcId="{EE88C40A-342C-4DCF-9165-6F1E27D7E34F}" destId="{72427DF4-EA55-4ED7-BD56-EA24EC461497}" srcOrd="0" destOrd="0" presId="urn:microsoft.com/office/officeart/2008/layout/VerticalCurvedList"/>
    <dgm:cxn modelId="{A0677C3C-BDD6-4157-8BD9-5F604312CF39}" type="presOf" srcId="{DA07E2A1-3410-42A8-92E2-B70CEDCA3123}" destId="{988DF3CA-4E3A-4A18-8216-E60991A2C5AA}" srcOrd="0" destOrd="0" presId="urn:microsoft.com/office/officeart/2008/layout/VerticalCurvedList"/>
    <dgm:cxn modelId="{55835D43-DF93-4D33-A343-B7D526828DA4}" srcId="{5BBC8E35-19E3-4501-8BB2-EA020E24795B}" destId="{EE88C40A-342C-4DCF-9165-6F1E27D7E34F}" srcOrd="2" destOrd="0" parTransId="{CD65080F-BABD-4B45-94AB-E9D7090D4A59}" sibTransId="{E1A585AA-2D94-49F7-8820-09F3C0EB8599}"/>
    <dgm:cxn modelId="{7180404A-8D61-41A5-9D31-A9CF59A20A68}" type="presOf" srcId="{5BBC8E35-19E3-4501-8BB2-EA020E24795B}" destId="{9BADC5D1-57CD-4EA1-9932-7AA2818FCDC0}" srcOrd="0" destOrd="0" presId="urn:microsoft.com/office/officeart/2008/layout/VerticalCurvedList"/>
    <dgm:cxn modelId="{48F44E71-C3F8-4FA1-85EA-26240BE8FAF0}" type="presOf" srcId="{800EAF5D-B0FD-4CC0-8BB4-BC3D2F3601CD}" destId="{3436D6B1-9FA3-48A2-847A-2BD38F96912E}" srcOrd="0" destOrd="0" presId="urn:microsoft.com/office/officeart/2008/layout/VerticalCurvedList"/>
    <dgm:cxn modelId="{CAC16D89-AF7F-4F83-8C2B-6F5B1D60A895}" type="presOf" srcId="{3033D31F-E256-4598-BC98-C464ACC4AD90}" destId="{81391E47-1388-46E7-980D-062B3A0738E2}" srcOrd="0" destOrd="0" presId="urn:microsoft.com/office/officeart/2008/layout/VerticalCurvedList"/>
    <dgm:cxn modelId="{8763578E-0719-485C-9212-61983125C160}" srcId="{5BBC8E35-19E3-4501-8BB2-EA020E24795B}" destId="{B65FF322-F970-4352-A7DF-88437A67F743}" srcOrd="1" destOrd="0" parTransId="{65AAE732-045B-48FD-9DF8-8AFA1DC0CFAA}" sibTransId="{59290163-B700-45DE-A2E9-282FEDC7E866}"/>
    <dgm:cxn modelId="{2BE32F9A-F264-4F70-AE83-CDACF3F3F51D}" type="presOf" srcId="{B65FF322-F970-4352-A7DF-88437A67F743}" destId="{FD45F27B-5673-42FE-9BE7-9E91DAE2DBB5}" srcOrd="0" destOrd="0" presId="urn:microsoft.com/office/officeart/2008/layout/VerticalCurvedList"/>
    <dgm:cxn modelId="{6B637FA4-526B-4A14-A81D-5752D3E57D1B}" type="presOf" srcId="{821A527C-76FA-4D76-80A8-D6D655D3DCCF}" destId="{02B2564C-94B0-4278-A27F-3F36834FDCE6}" srcOrd="0" destOrd="0" presId="urn:microsoft.com/office/officeart/2008/layout/VerticalCurvedList"/>
    <dgm:cxn modelId="{0017D4E6-A495-4D95-813B-0EA20993ACEA}" srcId="{5BBC8E35-19E3-4501-8BB2-EA020E24795B}" destId="{DA07E2A1-3410-42A8-92E2-B70CEDCA3123}" srcOrd="4" destOrd="0" parTransId="{CA130688-F66D-4FE6-936B-234ABBB247E4}" sibTransId="{7A81CD6C-3B3F-4189-862C-CD67862B6649}"/>
    <dgm:cxn modelId="{B4A8FFF7-E281-49CA-90D1-8D0392AFA32B}" srcId="{5BBC8E35-19E3-4501-8BB2-EA020E24795B}" destId="{821A527C-76FA-4D76-80A8-D6D655D3DCCF}" srcOrd="3" destOrd="0" parTransId="{466BD201-65E3-46EF-A1FD-56E8C26C4788}" sibTransId="{14B45C4F-F0ED-4C70-A0EA-2B78C70015BB}"/>
    <dgm:cxn modelId="{2AEAC425-E90A-4AFA-8F88-23119FFF16E9}" type="presParOf" srcId="{9BADC5D1-57CD-4EA1-9932-7AA2818FCDC0}" destId="{09287FF0-A19C-4AB3-9573-B5AE68B8480E}" srcOrd="0" destOrd="0" presId="urn:microsoft.com/office/officeart/2008/layout/VerticalCurvedList"/>
    <dgm:cxn modelId="{0917F2C7-9A7F-4C3A-9ECC-040B664E8C3F}" type="presParOf" srcId="{09287FF0-A19C-4AB3-9573-B5AE68B8480E}" destId="{26505024-18A7-418C-8EED-22BBA10384F9}" srcOrd="0" destOrd="0" presId="urn:microsoft.com/office/officeart/2008/layout/VerticalCurvedList"/>
    <dgm:cxn modelId="{31A0782A-0AD3-4F61-A8E4-A8F215FBEDA6}" type="presParOf" srcId="{26505024-18A7-418C-8EED-22BBA10384F9}" destId="{879A1692-1DCA-443F-B34B-175931AF6116}" srcOrd="0" destOrd="0" presId="urn:microsoft.com/office/officeart/2008/layout/VerticalCurvedList"/>
    <dgm:cxn modelId="{67499CEA-7625-4C99-9818-C509951D5FF0}" type="presParOf" srcId="{26505024-18A7-418C-8EED-22BBA10384F9}" destId="{3436D6B1-9FA3-48A2-847A-2BD38F96912E}" srcOrd="1" destOrd="0" presId="urn:microsoft.com/office/officeart/2008/layout/VerticalCurvedList"/>
    <dgm:cxn modelId="{695E4949-60DF-4585-B131-4D27894C4203}" type="presParOf" srcId="{26505024-18A7-418C-8EED-22BBA10384F9}" destId="{5C4B9F3B-5948-4115-9F39-F2EB3772DC7F}" srcOrd="2" destOrd="0" presId="urn:microsoft.com/office/officeart/2008/layout/VerticalCurvedList"/>
    <dgm:cxn modelId="{45A7A3ED-A458-41C1-B01D-C57EB7E5DDEE}" type="presParOf" srcId="{26505024-18A7-418C-8EED-22BBA10384F9}" destId="{15D92BCB-272F-49B4-A2D4-0758862FBE8F}" srcOrd="3" destOrd="0" presId="urn:microsoft.com/office/officeart/2008/layout/VerticalCurvedList"/>
    <dgm:cxn modelId="{0218309F-3DA6-4DD8-BCB8-24F1232F48B2}" type="presParOf" srcId="{09287FF0-A19C-4AB3-9573-B5AE68B8480E}" destId="{81391E47-1388-46E7-980D-062B3A0738E2}" srcOrd="1" destOrd="0" presId="urn:microsoft.com/office/officeart/2008/layout/VerticalCurvedList"/>
    <dgm:cxn modelId="{3891F66C-21F2-41C1-BCEA-152A1DF5CE3E}" type="presParOf" srcId="{09287FF0-A19C-4AB3-9573-B5AE68B8480E}" destId="{E0813896-4C65-4951-9395-92657FFC7ED0}" srcOrd="2" destOrd="0" presId="urn:microsoft.com/office/officeart/2008/layout/VerticalCurvedList"/>
    <dgm:cxn modelId="{44B579B3-8FED-4EA9-87CD-BEBDC30446A5}" type="presParOf" srcId="{E0813896-4C65-4951-9395-92657FFC7ED0}" destId="{8E1EC62D-034C-4692-BBC8-AE8E471F1D76}" srcOrd="0" destOrd="0" presId="urn:microsoft.com/office/officeart/2008/layout/VerticalCurvedList"/>
    <dgm:cxn modelId="{6008A38A-8F0E-42A7-890D-1A075D7604A3}" type="presParOf" srcId="{09287FF0-A19C-4AB3-9573-B5AE68B8480E}" destId="{FD45F27B-5673-42FE-9BE7-9E91DAE2DBB5}" srcOrd="3" destOrd="0" presId="urn:microsoft.com/office/officeart/2008/layout/VerticalCurvedList"/>
    <dgm:cxn modelId="{19BC0ED4-31C7-4A5D-8B19-81F21E82556A}" type="presParOf" srcId="{09287FF0-A19C-4AB3-9573-B5AE68B8480E}" destId="{5E7E70EE-05A0-48E2-B3A4-976B9A121377}" srcOrd="4" destOrd="0" presId="urn:microsoft.com/office/officeart/2008/layout/VerticalCurvedList"/>
    <dgm:cxn modelId="{39B857AE-29C8-4E37-875D-135F7A4E4B54}" type="presParOf" srcId="{5E7E70EE-05A0-48E2-B3A4-976B9A121377}" destId="{0BCB47FA-7829-4623-B874-AE720E5F1BAF}" srcOrd="0" destOrd="0" presId="urn:microsoft.com/office/officeart/2008/layout/VerticalCurvedList"/>
    <dgm:cxn modelId="{CDC611DC-D52E-4C4A-B4E0-12C53F6CE6AD}" type="presParOf" srcId="{09287FF0-A19C-4AB3-9573-B5AE68B8480E}" destId="{72427DF4-EA55-4ED7-BD56-EA24EC461497}" srcOrd="5" destOrd="0" presId="urn:microsoft.com/office/officeart/2008/layout/VerticalCurvedList"/>
    <dgm:cxn modelId="{99C0CEE2-1FC6-4C51-9527-B6AB120D1D5D}" type="presParOf" srcId="{09287FF0-A19C-4AB3-9573-B5AE68B8480E}" destId="{3914B60A-3B39-4B7F-B8C9-E96FA167C569}" srcOrd="6" destOrd="0" presId="urn:microsoft.com/office/officeart/2008/layout/VerticalCurvedList"/>
    <dgm:cxn modelId="{CD873CF9-6E93-460D-9A85-8F9D6F9B5861}" type="presParOf" srcId="{3914B60A-3B39-4B7F-B8C9-E96FA167C569}" destId="{E0A4F0FE-7CAD-46A7-B35F-786C709A7255}" srcOrd="0" destOrd="0" presId="urn:microsoft.com/office/officeart/2008/layout/VerticalCurvedList"/>
    <dgm:cxn modelId="{F2B70056-8B28-4C2D-BED9-6F32A8B20DFC}" type="presParOf" srcId="{09287FF0-A19C-4AB3-9573-B5AE68B8480E}" destId="{02B2564C-94B0-4278-A27F-3F36834FDCE6}" srcOrd="7" destOrd="0" presId="urn:microsoft.com/office/officeart/2008/layout/VerticalCurvedList"/>
    <dgm:cxn modelId="{47672814-DA4F-40F4-9232-C849EE6473EF}" type="presParOf" srcId="{09287FF0-A19C-4AB3-9573-B5AE68B8480E}" destId="{1FADF3DF-FF15-43CB-97B3-DCB334E35ACD}" srcOrd="8" destOrd="0" presId="urn:microsoft.com/office/officeart/2008/layout/VerticalCurvedList"/>
    <dgm:cxn modelId="{3BBF12B9-7E23-4DEB-9420-FBC348376762}" type="presParOf" srcId="{1FADF3DF-FF15-43CB-97B3-DCB334E35ACD}" destId="{557CACBD-E8EB-47CB-9B5B-E7F05D4A945E}" srcOrd="0" destOrd="0" presId="urn:microsoft.com/office/officeart/2008/layout/VerticalCurvedList"/>
    <dgm:cxn modelId="{02310B4F-237E-4498-9834-1DD1438C01C5}" type="presParOf" srcId="{09287FF0-A19C-4AB3-9573-B5AE68B8480E}" destId="{988DF3CA-4E3A-4A18-8216-E60991A2C5AA}" srcOrd="9" destOrd="0" presId="urn:microsoft.com/office/officeart/2008/layout/VerticalCurvedList"/>
    <dgm:cxn modelId="{82A710DC-798C-4C2D-A331-182E30DD8797}" type="presParOf" srcId="{09287FF0-A19C-4AB3-9573-B5AE68B8480E}" destId="{608E0E24-17CF-4C14-A94B-B620AAF6740F}" srcOrd="10" destOrd="0" presId="urn:microsoft.com/office/officeart/2008/layout/VerticalCurvedList"/>
    <dgm:cxn modelId="{70E7CD8A-7F79-4B67-93C7-2A0B518BAC7B}" type="presParOf" srcId="{608E0E24-17CF-4C14-A94B-B620AAF6740F}" destId="{F86A74EB-BC5C-469D-A46B-368DC854042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0BED0906-02D1-4C32-8615-E72225B5AFD1}" type="doc">
      <dgm:prSet loTypeId="urn:microsoft.com/office/officeart/2005/8/layout/bProcess3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83480046-DE1A-4D96-B87A-3ECB6BDBC8B3}">
      <dgm:prSet phldrT="[Testo]" custT="1"/>
      <dgm:spPr/>
      <dgm:t>
        <a:bodyPr/>
        <a:lstStyle/>
        <a:p>
          <a:r>
            <a:rPr lang="it-IT" sz="2000" b="0" dirty="0"/>
            <a:t>For </a:t>
          </a:r>
          <a:r>
            <a:rPr lang="it-IT" sz="2000" b="0" dirty="0" err="1"/>
            <a:t>every</a:t>
          </a:r>
          <a:r>
            <a:rPr lang="it-IT" sz="2000" b="0" dirty="0"/>
            <a:t> user </a:t>
          </a:r>
          <a:r>
            <a:rPr lang="it-IT" sz="2000" b="0" i="1" dirty="0"/>
            <a:t>u and f</a:t>
          </a:r>
          <a:r>
            <a:rPr lang="it-IT" sz="2000" b="0" dirty="0"/>
            <a:t>or </a:t>
          </a:r>
          <a:r>
            <a:rPr lang="it-IT" sz="2000" b="0" dirty="0" err="1"/>
            <a:t>every</a:t>
          </a:r>
          <a:r>
            <a:rPr lang="it-IT" sz="2000" b="0" dirty="0"/>
            <a:t> item </a:t>
          </a:r>
          <a:r>
            <a:rPr lang="it-IT" sz="2000" b="0" i="1" dirty="0"/>
            <a:t>i</a:t>
          </a:r>
          <a:endParaRPr lang="it-IT" sz="2000" b="0" dirty="0"/>
        </a:p>
      </dgm:t>
    </dgm:pt>
    <dgm:pt modelId="{235DB4A8-D323-407A-B65F-31E11CF94771}" type="parTrans" cxnId="{2CD3335A-54B5-4C06-BED8-7568FAC20F9B}">
      <dgm:prSet/>
      <dgm:spPr/>
      <dgm:t>
        <a:bodyPr/>
        <a:lstStyle/>
        <a:p>
          <a:endParaRPr lang="it-IT" sz="2000" b="0"/>
        </a:p>
      </dgm:t>
    </dgm:pt>
    <dgm:pt modelId="{8504D562-8374-4A2F-A048-8209061A7EC5}" type="sibTrans" cxnId="{2CD3335A-54B5-4C06-BED8-7568FAC20F9B}">
      <dgm:prSet/>
      <dgm:spPr/>
      <dgm:t>
        <a:bodyPr/>
        <a:lstStyle/>
        <a:p>
          <a:endParaRPr lang="it-IT" sz="2000" b="0"/>
        </a:p>
      </dgm:t>
    </dgm:pt>
    <dgm:pt modelId="{1F025F10-6F32-4B01-B80D-5A3AEB3B5482}">
      <dgm:prSet phldrT="[Testo]" custT="1"/>
      <dgm:spPr/>
      <dgm:t>
        <a:bodyPr/>
        <a:lstStyle/>
        <a:p>
          <a:pPr>
            <a:buNone/>
          </a:pPr>
          <a:r>
            <a:rPr lang="it-IT" sz="2000" b="0" dirty="0" err="1"/>
            <a:t>If</a:t>
          </a:r>
          <a:r>
            <a:rPr lang="it-IT" sz="2000" b="0" dirty="0"/>
            <a:t> </a:t>
          </a:r>
          <a:r>
            <a:rPr lang="it-IT" sz="2000" b="0" dirty="0" err="1"/>
            <a:t>exists</a:t>
          </a:r>
          <a:r>
            <a:rPr lang="it-IT" sz="2000" b="0" dirty="0"/>
            <a:t> ratings for </a:t>
          </a:r>
          <a:r>
            <a:rPr lang="it-IT" sz="2000" b="0" i="1" dirty="0"/>
            <a:t>(u, i)</a:t>
          </a:r>
          <a:r>
            <a:rPr lang="it-IT" sz="2000" b="0" i="0" dirty="0"/>
            <a:t> s</a:t>
          </a:r>
          <a:r>
            <a:rPr lang="it-IT" sz="2000" b="0" dirty="0"/>
            <a:t>et </a:t>
          </a:r>
          <a:r>
            <a:rPr lang="it-IT" sz="2000" b="0" dirty="0" err="1"/>
            <a:t>value</a:t>
          </a:r>
          <a:r>
            <a:rPr lang="it-IT" sz="2000" b="0" dirty="0"/>
            <a:t> </a:t>
          </a:r>
          <a:r>
            <a:rPr lang="it-IT" sz="2000" b="0" dirty="0" err="1"/>
            <a:t>as</a:t>
          </a:r>
          <a:r>
            <a:rPr lang="it-IT" sz="2000" b="0" dirty="0"/>
            <a:t> 1</a:t>
          </a:r>
        </a:p>
      </dgm:t>
    </dgm:pt>
    <dgm:pt modelId="{367685F9-99ED-4FA8-8543-EC961FDC2B2D}" type="parTrans" cxnId="{5A01C805-597A-4DF5-97DF-829355CBBF48}">
      <dgm:prSet/>
      <dgm:spPr/>
      <dgm:t>
        <a:bodyPr/>
        <a:lstStyle/>
        <a:p>
          <a:endParaRPr lang="it-IT" sz="2000" b="0"/>
        </a:p>
      </dgm:t>
    </dgm:pt>
    <dgm:pt modelId="{50EEDC9A-7F97-4E7D-8D86-693A1C649579}" type="sibTrans" cxnId="{5A01C805-597A-4DF5-97DF-829355CBBF48}">
      <dgm:prSet/>
      <dgm:spPr/>
      <dgm:t>
        <a:bodyPr/>
        <a:lstStyle/>
        <a:p>
          <a:endParaRPr lang="it-IT" sz="2000" b="0"/>
        </a:p>
      </dgm:t>
    </dgm:pt>
    <dgm:pt modelId="{EFD1C1DF-61F6-44A5-A85B-5E77D37490B9}">
      <dgm:prSet phldrT="[Testo]" custT="1"/>
      <dgm:spPr/>
      <dgm:t>
        <a:bodyPr/>
        <a:lstStyle/>
        <a:p>
          <a:pPr>
            <a:buNone/>
          </a:pPr>
          <a:r>
            <a:rPr lang="en-US" sz="2000" b="0" i="1" dirty="0"/>
            <a:t>Else Calculate "</a:t>
          </a:r>
          <a:r>
            <a:rPr lang="en-US" sz="2000" b="0" i="1" dirty="0" err="1"/>
            <a:t>p_ui</a:t>
          </a:r>
          <a:r>
            <a:rPr lang="en-US" sz="2000" b="0" i="1" dirty="0"/>
            <a:t>" prediction value for  pair (u, </a:t>
          </a:r>
          <a:r>
            <a:rPr lang="en-US" sz="2000" b="0" i="1" dirty="0" err="1"/>
            <a:t>i</a:t>
          </a:r>
          <a:r>
            <a:rPr lang="en-US" sz="2000" b="0" i="1" dirty="0"/>
            <a:t>)</a:t>
          </a:r>
          <a:endParaRPr lang="it-IT" sz="2000" b="0" i="1" dirty="0"/>
        </a:p>
      </dgm:t>
    </dgm:pt>
    <dgm:pt modelId="{1D53C884-FC5F-47F9-8215-196F83C7EB99}" type="parTrans" cxnId="{A9995253-4121-4344-8180-56E043677645}">
      <dgm:prSet/>
      <dgm:spPr/>
      <dgm:t>
        <a:bodyPr/>
        <a:lstStyle/>
        <a:p>
          <a:endParaRPr lang="it-IT" sz="2000" b="0"/>
        </a:p>
      </dgm:t>
    </dgm:pt>
    <dgm:pt modelId="{053F5411-80D5-444B-A5F0-AEAB8C044489}" type="sibTrans" cxnId="{A9995253-4121-4344-8180-56E043677645}">
      <dgm:prSet/>
      <dgm:spPr/>
      <dgm:t>
        <a:bodyPr/>
        <a:lstStyle/>
        <a:p>
          <a:endParaRPr lang="it-IT" sz="2000" b="0"/>
        </a:p>
      </dgm:t>
    </dgm:pt>
    <dgm:pt modelId="{E04AABF1-6825-49C4-A3AC-1810515322BA}">
      <dgm:prSet phldrT="[Testo]" custT="1"/>
      <dgm:spPr/>
      <dgm:t>
        <a:bodyPr/>
        <a:lstStyle/>
        <a:p>
          <a:pPr>
            <a:buNone/>
          </a:pPr>
          <a:r>
            <a:rPr lang="it-IT" sz="2000" b="0" i="1" dirty="0" err="1"/>
            <a:t>If</a:t>
          </a:r>
          <a:r>
            <a:rPr lang="it-IT" sz="2000" b="0" i="1" dirty="0"/>
            <a:t> </a:t>
          </a:r>
          <a:r>
            <a:rPr lang="it-IT" sz="2000" b="0" i="1" dirty="0" err="1"/>
            <a:t>p_ui</a:t>
          </a:r>
          <a:r>
            <a:rPr lang="it-IT" sz="2000" b="0" i="0" dirty="0"/>
            <a:t> </a:t>
          </a:r>
          <a:r>
            <a:rPr lang="it-IT" sz="2000" b="0" i="0" dirty="0" err="1"/>
            <a:t>equals</a:t>
          </a:r>
          <a:r>
            <a:rPr lang="it-IT" sz="2000" b="0" i="0" dirty="0"/>
            <a:t> </a:t>
          </a:r>
          <a:r>
            <a:rPr lang="it-IT" sz="2000" b="0" i="1" dirty="0"/>
            <a:t>i</a:t>
          </a:r>
          <a:r>
            <a:rPr lang="it-IT" sz="2000" b="0" i="0" dirty="0"/>
            <a:t> s</a:t>
          </a:r>
          <a:r>
            <a:rPr lang="it-IT" sz="2000" b="0" i="1" dirty="0"/>
            <a:t>et </a:t>
          </a:r>
          <a:r>
            <a:rPr lang="it-IT" sz="2000" b="0" i="1" dirty="0" err="1"/>
            <a:t>value</a:t>
          </a:r>
          <a:r>
            <a:rPr lang="it-IT" sz="2000" b="0" i="1" dirty="0"/>
            <a:t> </a:t>
          </a:r>
          <a:r>
            <a:rPr lang="it-IT" sz="2000" b="0" i="1" dirty="0" err="1"/>
            <a:t>as</a:t>
          </a:r>
          <a:r>
            <a:rPr lang="it-IT" sz="2000" b="0" i="1" dirty="0"/>
            <a:t> </a:t>
          </a:r>
          <a:r>
            <a:rPr lang="it-IT" sz="2000" b="0" i="1" dirty="0" err="1"/>
            <a:t>prediction_score</a:t>
          </a:r>
          <a:endParaRPr lang="it-IT" sz="2000" b="0" i="1" dirty="0"/>
        </a:p>
      </dgm:t>
    </dgm:pt>
    <dgm:pt modelId="{4C657AF6-E881-4092-9DF3-CD6869D635E1}" type="parTrans" cxnId="{CFBD9F96-796D-4B03-943C-B309E9526693}">
      <dgm:prSet/>
      <dgm:spPr/>
      <dgm:t>
        <a:bodyPr/>
        <a:lstStyle/>
        <a:p>
          <a:endParaRPr lang="it-IT" sz="2000" b="0"/>
        </a:p>
      </dgm:t>
    </dgm:pt>
    <dgm:pt modelId="{F2E6E69A-EC66-4170-8AFC-CC00E6F24CD6}" type="sibTrans" cxnId="{CFBD9F96-796D-4B03-943C-B309E9526693}">
      <dgm:prSet/>
      <dgm:spPr/>
      <dgm:t>
        <a:bodyPr/>
        <a:lstStyle/>
        <a:p>
          <a:endParaRPr lang="it-IT" sz="2000" b="0"/>
        </a:p>
      </dgm:t>
    </dgm:pt>
    <dgm:pt modelId="{2195CAF5-69C9-4C1F-B56E-B3665D188E39}">
      <dgm:prSet phldrT="[Testo]" custT="1"/>
      <dgm:spPr/>
      <dgm:t>
        <a:bodyPr/>
        <a:lstStyle/>
        <a:p>
          <a:pPr>
            <a:buNone/>
          </a:pPr>
          <a:r>
            <a:rPr lang="it-IT" sz="2000" b="0" i="0" dirty="0"/>
            <a:t>Else set </a:t>
          </a:r>
          <a:r>
            <a:rPr lang="it-IT" sz="2000" b="0" i="0" dirty="0" err="1"/>
            <a:t>value</a:t>
          </a:r>
          <a:r>
            <a:rPr lang="it-IT" sz="2000" b="0" i="0" dirty="0"/>
            <a:t> </a:t>
          </a:r>
          <a:r>
            <a:rPr lang="it-IT" sz="2000" b="0" i="0" dirty="0" err="1"/>
            <a:t>as</a:t>
          </a:r>
          <a:r>
            <a:rPr lang="it-IT" sz="2000" b="0" i="0" dirty="0"/>
            <a:t> </a:t>
          </a:r>
          <a:r>
            <a:rPr lang="it-IT" sz="2000" b="0" i="1" dirty="0"/>
            <a:t>0</a:t>
          </a:r>
          <a:endParaRPr lang="it-IT" sz="2000" b="0" i="0" dirty="0"/>
        </a:p>
      </dgm:t>
    </dgm:pt>
    <dgm:pt modelId="{0EA7EA1A-6B07-48BC-950B-4637ECB87088}" type="parTrans" cxnId="{2D4CCD14-F034-4FF0-9AED-295083447194}">
      <dgm:prSet/>
      <dgm:spPr/>
      <dgm:t>
        <a:bodyPr/>
        <a:lstStyle/>
        <a:p>
          <a:endParaRPr lang="it-IT" sz="2000" b="0"/>
        </a:p>
      </dgm:t>
    </dgm:pt>
    <dgm:pt modelId="{9E546D5D-F59E-41B2-9CE1-6B610FADA15F}" type="sibTrans" cxnId="{2D4CCD14-F034-4FF0-9AED-295083447194}">
      <dgm:prSet/>
      <dgm:spPr/>
      <dgm:t>
        <a:bodyPr/>
        <a:lstStyle/>
        <a:p>
          <a:endParaRPr lang="it-IT" sz="2000" b="0"/>
        </a:p>
      </dgm:t>
    </dgm:pt>
    <dgm:pt modelId="{FE04C37E-5B69-4F92-B83C-9109EE0226AD}" type="pres">
      <dgm:prSet presAssocID="{0BED0906-02D1-4C32-8615-E72225B5AFD1}" presName="Name0" presStyleCnt="0">
        <dgm:presLayoutVars>
          <dgm:dir/>
          <dgm:resizeHandles val="exact"/>
        </dgm:presLayoutVars>
      </dgm:prSet>
      <dgm:spPr/>
    </dgm:pt>
    <dgm:pt modelId="{5B265EFE-B569-4361-BD26-B42751DB8CEB}" type="pres">
      <dgm:prSet presAssocID="{83480046-DE1A-4D96-B87A-3ECB6BDBC8B3}" presName="node" presStyleLbl="node1" presStyleIdx="0" presStyleCnt="5">
        <dgm:presLayoutVars>
          <dgm:bulletEnabled val="1"/>
        </dgm:presLayoutVars>
      </dgm:prSet>
      <dgm:spPr/>
    </dgm:pt>
    <dgm:pt modelId="{3421EC64-DD67-48C3-A9FB-62A342FDF3D5}" type="pres">
      <dgm:prSet presAssocID="{8504D562-8374-4A2F-A048-8209061A7EC5}" presName="sibTrans" presStyleLbl="sibTrans1D1" presStyleIdx="0" presStyleCnt="4"/>
      <dgm:spPr/>
    </dgm:pt>
    <dgm:pt modelId="{D3CEF870-C875-411C-9DA7-F925E19DFE35}" type="pres">
      <dgm:prSet presAssocID="{8504D562-8374-4A2F-A048-8209061A7EC5}" presName="connectorText" presStyleLbl="sibTrans1D1" presStyleIdx="0" presStyleCnt="4"/>
      <dgm:spPr/>
    </dgm:pt>
    <dgm:pt modelId="{3A7A6D25-DE4E-4A08-A132-B8FD8D5B1E8C}" type="pres">
      <dgm:prSet presAssocID="{1F025F10-6F32-4B01-B80D-5A3AEB3B5482}" presName="node" presStyleLbl="node1" presStyleIdx="1" presStyleCnt="5">
        <dgm:presLayoutVars>
          <dgm:bulletEnabled val="1"/>
        </dgm:presLayoutVars>
      </dgm:prSet>
      <dgm:spPr/>
    </dgm:pt>
    <dgm:pt modelId="{6C09F670-786B-488F-BAE5-5BB6E944B92B}" type="pres">
      <dgm:prSet presAssocID="{50EEDC9A-7F97-4E7D-8D86-693A1C649579}" presName="sibTrans" presStyleLbl="sibTrans1D1" presStyleIdx="1" presStyleCnt="4"/>
      <dgm:spPr/>
    </dgm:pt>
    <dgm:pt modelId="{CE839046-2209-4413-80BA-97C12E96AB42}" type="pres">
      <dgm:prSet presAssocID="{50EEDC9A-7F97-4E7D-8D86-693A1C649579}" presName="connectorText" presStyleLbl="sibTrans1D1" presStyleIdx="1" presStyleCnt="4"/>
      <dgm:spPr/>
    </dgm:pt>
    <dgm:pt modelId="{8338FAB8-86C0-408F-BA91-58B3084FF258}" type="pres">
      <dgm:prSet presAssocID="{EFD1C1DF-61F6-44A5-A85B-5E77D37490B9}" presName="node" presStyleLbl="node1" presStyleIdx="2" presStyleCnt="5">
        <dgm:presLayoutVars>
          <dgm:bulletEnabled val="1"/>
        </dgm:presLayoutVars>
      </dgm:prSet>
      <dgm:spPr/>
    </dgm:pt>
    <dgm:pt modelId="{8968062A-8F50-4269-A613-CFB552DE53BA}" type="pres">
      <dgm:prSet presAssocID="{053F5411-80D5-444B-A5F0-AEAB8C044489}" presName="sibTrans" presStyleLbl="sibTrans1D1" presStyleIdx="2" presStyleCnt="4"/>
      <dgm:spPr/>
    </dgm:pt>
    <dgm:pt modelId="{AE801C46-2D1E-47E7-B461-92ED9BA5A17B}" type="pres">
      <dgm:prSet presAssocID="{053F5411-80D5-444B-A5F0-AEAB8C044489}" presName="connectorText" presStyleLbl="sibTrans1D1" presStyleIdx="2" presStyleCnt="4"/>
      <dgm:spPr/>
    </dgm:pt>
    <dgm:pt modelId="{9FA9779A-D2A5-47CB-ACBF-DFE2838491B5}" type="pres">
      <dgm:prSet presAssocID="{E04AABF1-6825-49C4-A3AC-1810515322BA}" presName="node" presStyleLbl="node1" presStyleIdx="3" presStyleCnt="5">
        <dgm:presLayoutVars>
          <dgm:bulletEnabled val="1"/>
        </dgm:presLayoutVars>
      </dgm:prSet>
      <dgm:spPr/>
    </dgm:pt>
    <dgm:pt modelId="{CEABC5A2-A8AA-41F8-ABDD-5BE1D273C9A9}" type="pres">
      <dgm:prSet presAssocID="{F2E6E69A-EC66-4170-8AFC-CC00E6F24CD6}" presName="sibTrans" presStyleLbl="sibTrans1D1" presStyleIdx="3" presStyleCnt="4"/>
      <dgm:spPr/>
    </dgm:pt>
    <dgm:pt modelId="{2DAEADCB-7AD6-4EF2-8A26-0F23FD5B17E2}" type="pres">
      <dgm:prSet presAssocID="{F2E6E69A-EC66-4170-8AFC-CC00E6F24CD6}" presName="connectorText" presStyleLbl="sibTrans1D1" presStyleIdx="3" presStyleCnt="4"/>
      <dgm:spPr/>
    </dgm:pt>
    <dgm:pt modelId="{AD745225-69D9-4B94-BDB3-BF4126C672AC}" type="pres">
      <dgm:prSet presAssocID="{2195CAF5-69C9-4C1F-B56E-B3665D188E39}" presName="node" presStyleLbl="node1" presStyleIdx="4" presStyleCnt="5">
        <dgm:presLayoutVars>
          <dgm:bulletEnabled val="1"/>
        </dgm:presLayoutVars>
      </dgm:prSet>
      <dgm:spPr/>
    </dgm:pt>
  </dgm:ptLst>
  <dgm:cxnLst>
    <dgm:cxn modelId="{5A01C805-597A-4DF5-97DF-829355CBBF48}" srcId="{0BED0906-02D1-4C32-8615-E72225B5AFD1}" destId="{1F025F10-6F32-4B01-B80D-5A3AEB3B5482}" srcOrd="1" destOrd="0" parTransId="{367685F9-99ED-4FA8-8543-EC961FDC2B2D}" sibTransId="{50EEDC9A-7F97-4E7D-8D86-693A1C649579}"/>
    <dgm:cxn modelId="{292C1908-46C6-4489-A4DD-BEBF2831C2BF}" type="presOf" srcId="{8504D562-8374-4A2F-A048-8209061A7EC5}" destId="{D3CEF870-C875-411C-9DA7-F925E19DFE35}" srcOrd="1" destOrd="0" presId="urn:microsoft.com/office/officeart/2005/8/layout/bProcess3"/>
    <dgm:cxn modelId="{AEB9B310-BECD-40B3-88E5-02BBBACA3B55}" type="presOf" srcId="{8504D562-8374-4A2F-A048-8209061A7EC5}" destId="{3421EC64-DD67-48C3-A9FB-62A342FDF3D5}" srcOrd="0" destOrd="0" presId="urn:microsoft.com/office/officeart/2005/8/layout/bProcess3"/>
    <dgm:cxn modelId="{2D4CCD14-F034-4FF0-9AED-295083447194}" srcId="{0BED0906-02D1-4C32-8615-E72225B5AFD1}" destId="{2195CAF5-69C9-4C1F-B56E-B3665D188E39}" srcOrd="4" destOrd="0" parTransId="{0EA7EA1A-6B07-48BC-950B-4637ECB87088}" sibTransId="{9E546D5D-F59E-41B2-9CE1-6B610FADA15F}"/>
    <dgm:cxn modelId="{3CA11F1B-3B29-4492-8091-960A203DECDE}" type="presOf" srcId="{053F5411-80D5-444B-A5F0-AEAB8C044489}" destId="{8968062A-8F50-4269-A613-CFB552DE53BA}" srcOrd="0" destOrd="0" presId="urn:microsoft.com/office/officeart/2005/8/layout/bProcess3"/>
    <dgm:cxn modelId="{A1AC8B27-2E93-4D79-A86D-51B16C1BE8CC}" type="presOf" srcId="{E04AABF1-6825-49C4-A3AC-1810515322BA}" destId="{9FA9779A-D2A5-47CB-ACBF-DFE2838491B5}" srcOrd="0" destOrd="0" presId="urn:microsoft.com/office/officeart/2005/8/layout/bProcess3"/>
    <dgm:cxn modelId="{680D2B34-55A7-47D1-88A4-DA2CEF22F6E0}" type="presOf" srcId="{83480046-DE1A-4D96-B87A-3ECB6BDBC8B3}" destId="{5B265EFE-B569-4361-BD26-B42751DB8CEB}" srcOrd="0" destOrd="0" presId="urn:microsoft.com/office/officeart/2005/8/layout/bProcess3"/>
    <dgm:cxn modelId="{35B71E42-2C4B-419C-942C-BBC672B94EEA}" type="presOf" srcId="{50EEDC9A-7F97-4E7D-8D86-693A1C649579}" destId="{CE839046-2209-4413-80BA-97C12E96AB42}" srcOrd="1" destOrd="0" presId="urn:microsoft.com/office/officeart/2005/8/layout/bProcess3"/>
    <dgm:cxn modelId="{A9995253-4121-4344-8180-56E043677645}" srcId="{0BED0906-02D1-4C32-8615-E72225B5AFD1}" destId="{EFD1C1DF-61F6-44A5-A85B-5E77D37490B9}" srcOrd="2" destOrd="0" parTransId="{1D53C884-FC5F-47F9-8215-196F83C7EB99}" sibTransId="{053F5411-80D5-444B-A5F0-AEAB8C044489}"/>
    <dgm:cxn modelId="{2CD3335A-54B5-4C06-BED8-7568FAC20F9B}" srcId="{0BED0906-02D1-4C32-8615-E72225B5AFD1}" destId="{83480046-DE1A-4D96-B87A-3ECB6BDBC8B3}" srcOrd="0" destOrd="0" parTransId="{235DB4A8-D323-407A-B65F-31E11CF94771}" sibTransId="{8504D562-8374-4A2F-A048-8209061A7EC5}"/>
    <dgm:cxn modelId="{8C9EB57D-83C8-4766-9967-DF7DB22E3A3C}" type="presOf" srcId="{053F5411-80D5-444B-A5F0-AEAB8C044489}" destId="{AE801C46-2D1E-47E7-B461-92ED9BA5A17B}" srcOrd="1" destOrd="0" presId="urn:microsoft.com/office/officeart/2005/8/layout/bProcess3"/>
    <dgm:cxn modelId="{315A468B-459E-4DBD-B5F6-4D8AD45A00B5}" type="presOf" srcId="{50EEDC9A-7F97-4E7D-8D86-693A1C649579}" destId="{6C09F670-786B-488F-BAE5-5BB6E944B92B}" srcOrd="0" destOrd="0" presId="urn:microsoft.com/office/officeart/2005/8/layout/bProcess3"/>
    <dgm:cxn modelId="{18DD6F8F-D0CF-42E0-AFD4-485F81654D8C}" type="presOf" srcId="{2195CAF5-69C9-4C1F-B56E-B3665D188E39}" destId="{AD745225-69D9-4B94-BDB3-BF4126C672AC}" srcOrd="0" destOrd="0" presId="urn:microsoft.com/office/officeart/2005/8/layout/bProcess3"/>
    <dgm:cxn modelId="{CFBD9F96-796D-4B03-943C-B309E9526693}" srcId="{0BED0906-02D1-4C32-8615-E72225B5AFD1}" destId="{E04AABF1-6825-49C4-A3AC-1810515322BA}" srcOrd="3" destOrd="0" parTransId="{4C657AF6-E881-4092-9DF3-CD6869D635E1}" sibTransId="{F2E6E69A-EC66-4170-8AFC-CC00E6F24CD6}"/>
    <dgm:cxn modelId="{870972AF-495E-4DD1-A5F0-02B3052DA553}" type="presOf" srcId="{F2E6E69A-EC66-4170-8AFC-CC00E6F24CD6}" destId="{CEABC5A2-A8AA-41F8-ABDD-5BE1D273C9A9}" srcOrd="0" destOrd="0" presId="urn:microsoft.com/office/officeart/2005/8/layout/bProcess3"/>
    <dgm:cxn modelId="{7534CDB0-6348-485D-8A6A-806752691422}" type="presOf" srcId="{F2E6E69A-EC66-4170-8AFC-CC00E6F24CD6}" destId="{2DAEADCB-7AD6-4EF2-8A26-0F23FD5B17E2}" srcOrd="1" destOrd="0" presId="urn:microsoft.com/office/officeart/2005/8/layout/bProcess3"/>
    <dgm:cxn modelId="{6BFB45C0-C0B2-425A-A343-5A0DD34878E1}" type="presOf" srcId="{1F025F10-6F32-4B01-B80D-5A3AEB3B5482}" destId="{3A7A6D25-DE4E-4A08-A132-B8FD8D5B1E8C}" srcOrd="0" destOrd="0" presId="urn:microsoft.com/office/officeart/2005/8/layout/bProcess3"/>
    <dgm:cxn modelId="{EB5F0ACE-23CF-4737-8183-DD8C4780CE17}" type="presOf" srcId="{EFD1C1DF-61F6-44A5-A85B-5E77D37490B9}" destId="{8338FAB8-86C0-408F-BA91-58B3084FF258}" srcOrd="0" destOrd="0" presId="urn:microsoft.com/office/officeart/2005/8/layout/bProcess3"/>
    <dgm:cxn modelId="{399D01D9-E702-4516-9DD6-E6744F09ED8C}" type="presOf" srcId="{0BED0906-02D1-4C32-8615-E72225B5AFD1}" destId="{FE04C37E-5B69-4F92-B83C-9109EE0226AD}" srcOrd="0" destOrd="0" presId="urn:microsoft.com/office/officeart/2005/8/layout/bProcess3"/>
    <dgm:cxn modelId="{6FF4EDA8-290A-42A4-8100-00C142CBAF6F}" type="presParOf" srcId="{FE04C37E-5B69-4F92-B83C-9109EE0226AD}" destId="{5B265EFE-B569-4361-BD26-B42751DB8CEB}" srcOrd="0" destOrd="0" presId="urn:microsoft.com/office/officeart/2005/8/layout/bProcess3"/>
    <dgm:cxn modelId="{86C6E35C-AD82-4203-96F5-417597302EA8}" type="presParOf" srcId="{FE04C37E-5B69-4F92-B83C-9109EE0226AD}" destId="{3421EC64-DD67-48C3-A9FB-62A342FDF3D5}" srcOrd="1" destOrd="0" presId="urn:microsoft.com/office/officeart/2005/8/layout/bProcess3"/>
    <dgm:cxn modelId="{4BB07624-3DA3-495F-9D4B-439D0C87D658}" type="presParOf" srcId="{3421EC64-DD67-48C3-A9FB-62A342FDF3D5}" destId="{D3CEF870-C875-411C-9DA7-F925E19DFE35}" srcOrd="0" destOrd="0" presId="urn:microsoft.com/office/officeart/2005/8/layout/bProcess3"/>
    <dgm:cxn modelId="{CC1B10F0-3AE0-4C36-B0FC-8CA8C832B8D8}" type="presParOf" srcId="{FE04C37E-5B69-4F92-B83C-9109EE0226AD}" destId="{3A7A6D25-DE4E-4A08-A132-B8FD8D5B1E8C}" srcOrd="2" destOrd="0" presId="urn:microsoft.com/office/officeart/2005/8/layout/bProcess3"/>
    <dgm:cxn modelId="{56D4E97A-58B5-4095-A5D8-F0CD89BB1718}" type="presParOf" srcId="{FE04C37E-5B69-4F92-B83C-9109EE0226AD}" destId="{6C09F670-786B-488F-BAE5-5BB6E944B92B}" srcOrd="3" destOrd="0" presId="urn:microsoft.com/office/officeart/2005/8/layout/bProcess3"/>
    <dgm:cxn modelId="{1649D88B-A94B-4900-96ED-1DF5CF8CAD64}" type="presParOf" srcId="{6C09F670-786B-488F-BAE5-5BB6E944B92B}" destId="{CE839046-2209-4413-80BA-97C12E96AB42}" srcOrd="0" destOrd="0" presId="urn:microsoft.com/office/officeart/2005/8/layout/bProcess3"/>
    <dgm:cxn modelId="{FE1E0B69-E282-43FB-ADB0-EAB67A8154F9}" type="presParOf" srcId="{FE04C37E-5B69-4F92-B83C-9109EE0226AD}" destId="{8338FAB8-86C0-408F-BA91-58B3084FF258}" srcOrd="4" destOrd="0" presId="urn:microsoft.com/office/officeart/2005/8/layout/bProcess3"/>
    <dgm:cxn modelId="{91352784-4A87-4EE8-A801-CF30738450E3}" type="presParOf" srcId="{FE04C37E-5B69-4F92-B83C-9109EE0226AD}" destId="{8968062A-8F50-4269-A613-CFB552DE53BA}" srcOrd="5" destOrd="0" presId="urn:microsoft.com/office/officeart/2005/8/layout/bProcess3"/>
    <dgm:cxn modelId="{B083967B-DDBE-4187-8EAD-EF00730F09F1}" type="presParOf" srcId="{8968062A-8F50-4269-A613-CFB552DE53BA}" destId="{AE801C46-2D1E-47E7-B461-92ED9BA5A17B}" srcOrd="0" destOrd="0" presId="urn:microsoft.com/office/officeart/2005/8/layout/bProcess3"/>
    <dgm:cxn modelId="{DE157A43-0824-48AB-B36D-B64145D6A063}" type="presParOf" srcId="{FE04C37E-5B69-4F92-B83C-9109EE0226AD}" destId="{9FA9779A-D2A5-47CB-ACBF-DFE2838491B5}" srcOrd="6" destOrd="0" presId="urn:microsoft.com/office/officeart/2005/8/layout/bProcess3"/>
    <dgm:cxn modelId="{FD76D70B-5E70-4743-9CDB-6BBB41AC1A48}" type="presParOf" srcId="{FE04C37E-5B69-4F92-B83C-9109EE0226AD}" destId="{CEABC5A2-A8AA-41F8-ABDD-5BE1D273C9A9}" srcOrd="7" destOrd="0" presId="urn:microsoft.com/office/officeart/2005/8/layout/bProcess3"/>
    <dgm:cxn modelId="{29295072-75DC-4999-A2CC-1C7F5A69BD34}" type="presParOf" srcId="{CEABC5A2-A8AA-41F8-ABDD-5BE1D273C9A9}" destId="{2DAEADCB-7AD6-4EF2-8A26-0F23FD5B17E2}" srcOrd="0" destOrd="0" presId="urn:microsoft.com/office/officeart/2005/8/layout/bProcess3"/>
    <dgm:cxn modelId="{28275643-1AD0-4D04-8B9B-FC26843296FE}" type="presParOf" srcId="{FE04C37E-5B69-4F92-B83C-9109EE0226AD}" destId="{AD745225-69D9-4B94-BDB3-BF4126C672AC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15FF67DD-8EEB-46A7-8554-D84153462E03}" type="doc">
      <dgm:prSet loTypeId="urn:microsoft.com/office/officeart/2008/layout/VerticalCurvedLis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95476CB7-580F-49B1-B69B-A6BD8C056EB4}">
      <dgm:prSet phldrT="[Testo]" custT="1"/>
      <dgm:spPr/>
      <dgm:t>
        <a:bodyPr/>
        <a:lstStyle/>
        <a:p>
          <a:r>
            <a:rPr lang="en-US" sz="1600" dirty="0"/>
            <a:t>The scattered of matrix users-items is reduced</a:t>
          </a:r>
          <a:endParaRPr lang="it-IT" sz="1600" dirty="0"/>
        </a:p>
      </dgm:t>
    </dgm:pt>
    <dgm:pt modelId="{50D16D55-3B5F-4034-97DE-80A716C9AA31}" type="parTrans" cxnId="{4235C2D1-4A41-454D-B606-B087B51A96AD}">
      <dgm:prSet/>
      <dgm:spPr/>
      <dgm:t>
        <a:bodyPr/>
        <a:lstStyle/>
        <a:p>
          <a:endParaRPr lang="it-IT"/>
        </a:p>
      </dgm:t>
    </dgm:pt>
    <dgm:pt modelId="{FA266BD8-5700-4F99-9E23-982B1BF1AEE5}" type="sibTrans" cxnId="{4235C2D1-4A41-454D-B606-B087B51A96AD}">
      <dgm:prSet/>
      <dgm:spPr/>
      <dgm:t>
        <a:bodyPr/>
        <a:lstStyle/>
        <a:p>
          <a:endParaRPr lang="it-IT"/>
        </a:p>
      </dgm:t>
    </dgm:pt>
    <dgm:pt modelId="{8F3353DC-3344-45B0-B2FF-035F386CA798}">
      <dgm:prSet phldrT="[Testo]" custT="1"/>
      <dgm:spPr/>
      <dgm:t>
        <a:bodyPr/>
        <a:lstStyle/>
        <a:p>
          <a:r>
            <a:rPr lang="it-IT" sz="1600" dirty="0" err="1"/>
            <a:t>Current</a:t>
          </a:r>
          <a:r>
            <a:rPr lang="it-IT" sz="1600" dirty="0"/>
            <a:t> </a:t>
          </a:r>
          <a:r>
            <a:rPr lang="it-IT" sz="1600" dirty="0" err="1"/>
            <a:t>value</a:t>
          </a:r>
          <a:r>
            <a:rPr lang="it-IT" sz="1600" dirty="0"/>
            <a:t> of RMSE </a:t>
          </a:r>
          <a:r>
            <a:rPr lang="it-IT" sz="1600" dirty="0" err="1"/>
            <a:t>is</a:t>
          </a:r>
          <a:r>
            <a:rPr lang="it-IT" sz="1600" dirty="0"/>
            <a:t> &lt;= 0,85</a:t>
          </a:r>
        </a:p>
      </dgm:t>
    </dgm:pt>
    <dgm:pt modelId="{74106C41-048C-4A2A-A9C4-EB714934485F}" type="parTrans" cxnId="{E9F99EC7-EDEA-4717-A575-D98DDC136534}">
      <dgm:prSet/>
      <dgm:spPr/>
      <dgm:t>
        <a:bodyPr/>
        <a:lstStyle/>
        <a:p>
          <a:endParaRPr lang="it-IT"/>
        </a:p>
      </dgm:t>
    </dgm:pt>
    <dgm:pt modelId="{7DC66669-DD27-48A2-89CD-A2C42DE7FB77}" type="sibTrans" cxnId="{E9F99EC7-EDEA-4717-A575-D98DDC136534}">
      <dgm:prSet/>
      <dgm:spPr/>
      <dgm:t>
        <a:bodyPr/>
        <a:lstStyle/>
        <a:p>
          <a:endParaRPr lang="it-IT"/>
        </a:p>
      </dgm:t>
    </dgm:pt>
    <dgm:pt modelId="{E3101313-6922-4BFB-B00B-4B52ADCD235A}" type="pres">
      <dgm:prSet presAssocID="{15FF67DD-8EEB-46A7-8554-D84153462E03}" presName="Name0" presStyleCnt="0">
        <dgm:presLayoutVars>
          <dgm:chMax val="7"/>
          <dgm:chPref val="7"/>
          <dgm:dir/>
        </dgm:presLayoutVars>
      </dgm:prSet>
      <dgm:spPr/>
    </dgm:pt>
    <dgm:pt modelId="{6058BC65-FB84-4862-A54B-BB9257FADC1F}" type="pres">
      <dgm:prSet presAssocID="{15FF67DD-8EEB-46A7-8554-D84153462E03}" presName="Name1" presStyleCnt="0"/>
      <dgm:spPr/>
    </dgm:pt>
    <dgm:pt modelId="{4CDAF8F1-BE0C-474F-B1A6-AAC5BA39BC89}" type="pres">
      <dgm:prSet presAssocID="{15FF67DD-8EEB-46A7-8554-D84153462E03}" presName="cycle" presStyleCnt="0"/>
      <dgm:spPr/>
    </dgm:pt>
    <dgm:pt modelId="{89C5B557-EBCD-489D-B626-9E6DFD417B36}" type="pres">
      <dgm:prSet presAssocID="{15FF67DD-8EEB-46A7-8554-D84153462E03}" presName="srcNode" presStyleLbl="node1" presStyleIdx="0" presStyleCnt="2"/>
      <dgm:spPr/>
    </dgm:pt>
    <dgm:pt modelId="{C885680D-7B49-44A3-BFD3-4B3C81CC3696}" type="pres">
      <dgm:prSet presAssocID="{15FF67DD-8EEB-46A7-8554-D84153462E03}" presName="conn" presStyleLbl="parChTrans1D2" presStyleIdx="0" presStyleCnt="1"/>
      <dgm:spPr/>
    </dgm:pt>
    <dgm:pt modelId="{40CA12B8-9A89-4E6D-A338-5B49C1B75B64}" type="pres">
      <dgm:prSet presAssocID="{15FF67DD-8EEB-46A7-8554-D84153462E03}" presName="extraNode" presStyleLbl="node1" presStyleIdx="0" presStyleCnt="2"/>
      <dgm:spPr/>
    </dgm:pt>
    <dgm:pt modelId="{690DCB3D-DED2-4CEE-B79D-F95E0A612AAC}" type="pres">
      <dgm:prSet presAssocID="{15FF67DD-8EEB-46A7-8554-D84153462E03}" presName="dstNode" presStyleLbl="node1" presStyleIdx="0" presStyleCnt="2"/>
      <dgm:spPr/>
    </dgm:pt>
    <dgm:pt modelId="{8E79BE80-3ED8-490B-8DF3-067AD0BA1FE3}" type="pres">
      <dgm:prSet presAssocID="{95476CB7-580F-49B1-B69B-A6BD8C056EB4}" presName="text_1" presStyleLbl="node1" presStyleIdx="0" presStyleCnt="2">
        <dgm:presLayoutVars>
          <dgm:bulletEnabled val="1"/>
        </dgm:presLayoutVars>
      </dgm:prSet>
      <dgm:spPr/>
    </dgm:pt>
    <dgm:pt modelId="{0FAFEC25-E8C5-4777-BF72-D83BF4D26A1B}" type="pres">
      <dgm:prSet presAssocID="{95476CB7-580F-49B1-B69B-A6BD8C056EB4}" presName="accent_1" presStyleCnt="0"/>
      <dgm:spPr/>
    </dgm:pt>
    <dgm:pt modelId="{98F2B6BC-88D0-4EFC-9EA5-718A95159F7E}" type="pres">
      <dgm:prSet presAssocID="{95476CB7-580F-49B1-B69B-A6BD8C056EB4}" presName="accentRepeatNode" presStyleLbl="solidFgAcc1" presStyleIdx="0" presStyleCnt="2"/>
      <dgm:spPr/>
    </dgm:pt>
    <dgm:pt modelId="{0D7ADB9A-9BEA-466D-82F4-AEDDFF3964AF}" type="pres">
      <dgm:prSet presAssocID="{8F3353DC-3344-45B0-B2FF-035F386CA798}" presName="text_2" presStyleLbl="node1" presStyleIdx="1" presStyleCnt="2">
        <dgm:presLayoutVars>
          <dgm:bulletEnabled val="1"/>
        </dgm:presLayoutVars>
      </dgm:prSet>
      <dgm:spPr/>
    </dgm:pt>
    <dgm:pt modelId="{DE1AC851-BF62-46D5-B696-7D73FB016168}" type="pres">
      <dgm:prSet presAssocID="{8F3353DC-3344-45B0-B2FF-035F386CA798}" presName="accent_2" presStyleCnt="0"/>
      <dgm:spPr/>
    </dgm:pt>
    <dgm:pt modelId="{D42FD40D-5602-41F0-9BEC-F5F251A4AB24}" type="pres">
      <dgm:prSet presAssocID="{8F3353DC-3344-45B0-B2FF-035F386CA798}" presName="accentRepeatNode" presStyleLbl="solidFgAcc1" presStyleIdx="1" presStyleCnt="2"/>
      <dgm:spPr/>
    </dgm:pt>
  </dgm:ptLst>
  <dgm:cxnLst>
    <dgm:cxn modelId="{5A92FD08-C49E-47F4-924D-63777768B90E}" type="presOf" srcId="{95476CB7-580F-49B1-B69B-A6BD8C056EB4}" destId="{8E79BE80-3ED8-490B-8DF3-067AD0BA1FE3}" srcOrd="0" destOrd="0" presId="urn:microsoft.com/office/officeart/2008/layout/VerticalCurvedList"/>
    <dgm:cxn modelId="{E9F99EC7-EDEA-4717-A575-D98DDC136534}" srcId="{15FF67DD-8EEB-46A7-8554-D84153462E03}" destId="{8F3353DC-3344-45B0-B2FF-035F386CA798}" srcOrd="1" destOrd="0" parTransId="{74106C41-048C-4A2A-A9C4-EB714934485F}" sibTransId="{7DC66669-DD27-48A2-89CD-A2C42DE7FB77}"/>
    <dgm:cxn modelId="{4DACBFCB-FC54-42F0-B2FC-DD9E31F23416}" type="presOf" srcId="{FA266BD8-5700-4F99-9E23-982B1BF1AEE5}" destId="{C885680D-7B49-44A3-BFD3-4B3C81CC3696}" srcOrd="0" destOrd="0" presId="urn:microsoft.com/office/officeart/2008/layout/VerticalCurvedList"/>
    <dgm:cxn modelId="{A22404CF-C3A2-4FD0-B5B9-4AE050E42B87}" type="presOf" srcId="{8F3353DC-3344-45B0-B2FF-035F386CA798}" destId="{0D7ADB9A-9BEA-466D-82F4-AEDDFF3964AF}" srcOrd="0" destOrd="0" presId="urn:microsoft.com/office/officeart/2008/layout/VerticalCurvedList"/>
    <dgm:cxn modelId="{4235C2D1-4A41-454D-B606-B087B51A96AD}" srcId="{15FF67DD-8EEB-46A7-8554-D84153462E03}" destId="{95476CB7-580F-49B1-B69B-A6BD8C056EB4}" srcOrd="0" destOrd="0" parTransId="{50D16D55-3B5F-4034-97DE-80A716C9AA31}" sibTransId="{FA266BD8-5700-4F99-9E23-982B1BF1AEE5}"/>
    <dgm:cxn modelId="{D2B176EF-EA4F-40A9-B3C9-EA4CDC319DE7}" type="presOf" srcId="{15FF67DD-8EEB-46A7-8554-D84153462E03}" destId="{E3101313-6922-4BFB-B00B-4B52ADCD235A}" srcOrd="0" destOrd="0" presId="urn:microsoft.com/office/officeart/2008/layout/VerticalCurvedList"/>
    <dgm:cxn modelId="{58AE2C00-16DE-41FF-8BCE-DB7678F33157}" type="presParOf" srcId="{E3101313-6922-4BFB-B00B-4B52ADCD235A}" destId="{6058BC65-FB84-4862-A54B-BB9257FADC1F}" srcOrd="0" destOrd="0" presId="urn:microsoft.com/office/officeart/2008/layout/VerticalCurvedList"/>
    <dgm:cxn modelId="{15FEA7DF-5F60-4C9E-AD41-D2AFEACEB7EF}" type="presParOf" srcId="{6058BC65-FB84-4862-A54B-BB9257FADC1F}" destId="{4CDAF8F1-BE0C-474F-B1A6-AAC5BA39BC89}" srcOrd="0" destOrd="0" presId="urn:microsoft.com/office/officeart/2008/layout/VerticalCurvedList"/>
    <dgm:cxn modelId="{61D956CB-19C9-4A67-8671-5C4823D3A9E1}" type="presParOf" srcId="{4CDAF8F1-BE0C-474F-B1A6-AAC5BA39BC89}" destId="{89C5B557-EBCD-489D-B626-9E6DFD417B36}" srcOrd="0" destOrd="0" presId="urn:microsoft.com/office/officeart/2008/layout/VerticalCurvedList"/>
    <dgm:cxn modelId="{60B019E7-7C5F-4883-AF69-1610B5D301F3}" type="presParOf" srcId="{4CDAF8F1-BE0C-474F-B1A6-AAC5BA39BC89}" destId="{C885680D-7B49-44A3-BFD3-4B3C81CC3696}" srcOrd="1" destOrd="0" presId="urn:microsoft.com/office/officeart/2008/layout/VerticalCurvedList"/>
    <dgm:cxn modelId="{2ABBE595-2114-4D88-B3D1-C8C4635E06E4}" type="presParOf" srcId="{4CDAF8F1-BE0C-474F-B1A6-AAC5BA39BC89}" destId="{40CA12B8-9A89-4E6D-A338-5B49C1B75B64}" srcOrd="2" destOrd="0" presId="urn:microsoft.com/office/officeart/2008/layout/VerticalCurvedList"/>
    <dgm:cxn modelId="{196C40B6-5F45-4E32-956D-F7AD4B8A09C3}" type="presParOf" srcId="{4CDAF8F1-BE0C-474F-B1A6-AAC5BA39BC89}" destId="{690DCB3D-DED2-4CEE-B79D-F95E0A612AAC}" srcOrd="3" destOrd="0" presId="urn:microsoft.com/office/officeart/2008/layout/VerticalCurvedList"/>
    <dgm:cxn modelId="{B822FE34-18B3-47ED-B4F2-BA04154BDE01}" type="presParOf" srcId="{6058BC65-FB84-4862-A54B-BB9257FADC1F}" destId="{8E79BE80-3ED8-490B-8DF3-067AD0BA1FE3}" srcOrd="1" destOrd="0" presId="urn:microsoft.com/office/officeart/2008/layout/VerticalCurvedList"/>
    <dgm:cxn modelId="{01F13721-85DB-4E52-897F-424B9468A369}" type="presParOf" srcId="{6058BC65-FB84-4862-A54B-BB9257FADC1F}" destId="{0FAFEC25-E8C5-4777-BF72-D83BF4D26A1B}" srcOrd="2" destOrd="0" presId="urn:microsoft.com/office/officeart/2008/layout/VerticalCurvedList"/>
    <dgm:cxn modelId="{361EF0FC-2618-48FC-ABDC-2449F2481387}" type="presParOf" srcId="{0FAFEC25-E8C5-4777-BF72-D83BF4D26A1B}" destId="{98F2B6BC-88D0-4EFC-9EA5-718A95159F7E}" srcOrd="0" destOrd="0" presId="urn:microsoft.com/office/officeart/2008/layout/VerticalCurvedList"/>
    <dgm:cxn modelId="{A497A1A6-E43E-4C3D-841E-15142CB54943}" type="presParOf" srcId="{6058BC65-FB84-4862-A54B-BB9257FADC1F}" destId="{0D7ADB9A-9BEA-466D-82F4-AEDDFF3964AF}" srcOrd="3" destOrd="0" presId="urn:microsoft.com/office/officeart/2008/layout/VerticalCurvedList"/>
    <dgm:cxn modelId="{47CA6CA4-5046-4A38-B1BF-4989E2B21463}" type="presParOf" srcId="{6058BC65-FB84-4862-A54B-BB9257FADC1F}" destId="{DE1AC851-BF62-46D5-B696-7D73FB016168}" srcOrd="4" destOrd="0" presId="urn:microsoft.com/office/officeart/2008/layout/VerticalCurvedList"/>
    <dgm:cxn modelId="{2386AAC1-D20E-44CB-9193-08ABB6DFBE8D}" type="presParOf" srcId="{DE1AC851-BF62-46D5-B696-7D73FB016168}" destId="{D42FD40D-5602-41F0-9BEC-F5F251A4AB2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B354859F-9784-4EEE-99C3-229C00899B79}" type="doc">
      <dgm:prSet loTypeId="urn:microsoft.com/office/officeart/2008/layout/VerticalCurv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it-IT"/>
        </a:p>
      </dgm:t>
    </dgm:pt>
    <dgm:pt modelId="{B5C1FFB6-2324-4F12-9EDB-3CF5CAF91331}">
      <dgm:prSet phldrT="[Testo]" custT="1"/>
      <dgm:spPr/>
      <dgm:t>
        <a:bodyPr/>
        <a:lstStyle/>
        <a:p>
          <a:r>
            <a:rPr lang="en-US" sz="1600" dirty="0"/>
            <a:t>A high number of items for (</a:t>
          </a:r>
          <a:r>
            <a:rPr lang="en-US" sz="1600" dirty="0" err="1"/>
            <a:t>Incendio</a:t>
          </a:r>
          <a:r>
            <a:rPr lang="en-US" sz="1600" dirty="0"/>
            <a:t>/</a:t>
          </a:r>
          <a:r>
            <a:rPr lang="en-US" sz="1600" dirty="0" err="1"/>
            <a:t>Furto</a:t>
          </a:r>
          <a:r>
            <a:rPr lang="en-US" sz="1600" dirty="0"/>
            <a:t> and Tutela </a:t>
          </a:r>
          <a:r>
            <a:rPr lang="en-US" sz="1600" dirty="0" err="1"/>
            <a:t>Giuridica</a:t>
          </a:r>
          <a:r>
            <a:rPr lang="en-US" sz="1600" dirty="0"/>
            <a:t>) is null (0)</a:t>
          </a:r>
          <a:endParaRPr lang="it-IT" sz="1600" dirty="0"/>
        </a:p>
      </dgm:t>
    </dgm:pt>
    <dgm:pt modelId="{709F513D-2C64-46F2-83BD-D849BD5AD863}" type="parTrans" cxnId="{494ABACA-9DAA-4D4D-80FC-53A97F22869F}">
      <dgm:prSet/>
      <dgm:spPr/>
      <dgm:t>
        <a:bodyPr/>
        <a:lstStyle/>
        <a:p>
          <a:endParaRPr lang="it-IT" sz="2000"/>
        </a:p>
      </dgm:t>
    </dgm:pt>
    <dgm:pt modelId="{6EB0100A-C96E-41AC-B141-41286CE14694}" type="sibTrans" cxnId="{494ABACA-9DAA-4D4D-80FC-53A97F22869F}">
      <dgm:prSet/>
      <dgm:spPr/>
      <dgm:t>
        <a:bodyPr/>
        <a:lstStyle/>
        <a:p>
          <a:endParaRPr lang="it-IT" sz="2000"/>
        </a:p>
      </dgm:t>
    </dgm:pt>
    <dgm:pt modelId="{BD81E7D4-C465-4376-9919-68ECB6316BEA}">
      <dgm:prSet phldrT="[Testo]" custT="1"/>
      <dgm:spPr/>
      <dgm:t>
        <a:bodyPr/>
        <a:lstStyle/>
        <a:p>
          <a:r>
            <a:rPr lang="en-US" sz="1600" dirty="0"/>
            <a:t>The calculated rating value for high number of items is same</a:t>
          </a:r>
          <a:endParaRPr lang="it-IT" sz="1600" dirty="0"/>
        </a:p>
      </dgm:t>
    </dgm:pt>
    <dgm:pt modelId="{128D56A4-1B76-4131-B948-C7F33109FEDF}" type="parTrans" cxnId="{A928774A-3FA7-4942-8AC1-D813894D19AA}">
      <dgm:prSet/>
      <dgm:spPr/>
      <dgm:t>
        <a:bodyPr/>
        <a:lstStyle/>
        <a:p>
          <a:endParaRPr lang="it-IT" sz="2000"/>
        </a:p>
      </dgm:t>
    </dgm:pt>
    <dgm:pt modelId="{B0ABD6F2-ED78-45E2-A844-DC5846871590}" type="sibTrans" cxnId="{A928774A-3FA7-4942-8AC1-D813894D19AA}">
      <dgm:prSet/>
      <dgm:spPr/>
      <dgm:t>
        <a:bodyPr/>
        <a:lstStyle/>
        <a:p>
          <a:endParaRPr lang="it-IT" sz="2000"/>
        </a:p>
      </dgm:t>
    </dgm:pt>
    <dgm:pt modelId="{C2FC52AC-3763-4BE8-AC51-8FAF24BDB9D8}">
      <dgm:prSet phldrT="[Testo]" custT="1"/>
      <dgm:spPr/>
      <dgm:t>
        <a:bodyPr/>
        <a:lstStyle/>
        <a:p>
          <a:r>
            <a:rPr lang="en-US" sz="1600" dirty="0"/>
            <a:t>The value </a:t>
          </a:r>
          <a:r>
            <a:rPr lang="en-US" sz="1600"/>
            <a:t>of RMSE </a:t>
          </a:r>
          <a:r>
            <a:rPr lang="en-US" sz="1600" dirty="0"/>
            <a:t>decreases if increases the numbers of users</a:t>
          </a:r>
          <a:endParaRPr lang="it-IT" sz="1600" dirty="0"/>
        </a:p>
      </dgm:t>
    </dgm:pt>
    <dgm:pt modelId="{F8E16C45-6988-44C6-AF86-852AE77C935A}" type="parTrans" cxnId="{BEC34C31-0DA7-47D1-BAF4-616813EF16E4}">
      <dgm:prSet/>
      <dgm:spPr/>
      <dgm:t>
        <a:bodyPr/>
        <a:lstStyle/>
        <a:p>
          <a:endParaRPr lang="it-IT" sz="2000"/>
        </a:p>
      </dgm:t>
    </dgm:pt>
    <dgm:pt modelId="{CBAAFC7E-CAF2-4658-8EAE-8F1535470480}" type="sibTrans" cxnId="{BEC34C31-0DA7-47D1-BAF4-616813EF16E4}">
      <dgm:prSet/>
      <dgm:spPr/>
      <dgm:t>
        <a:bodyPr/>
        <a:lstStyle/>
        <a:p>
          <a:endParaRPr lang="it-IT" sz="2000"/>
        </a:p>
      </dgm:t>
    </dgm:pt>
    <dgm:pt modelId="{6EEC4DFC-0CAB-469B-8FDE-7BD1949B1B9A}">
      <dgm:prSet phldrT="[Testo]" custT="1"/>
      <dgm:spPr/>
      <dgm:t>
        <a:bodyPr/>
        <a:lstStyle/>
        <a:p>
          <a:r>
            <a:rPr lang="en-US" sz="1600" dirty="0"/>
            <a:t>The model goes in overfitting</a:t>
          </a:r>
          <a:endParaRPr lang="it-IT" sz="1600" dirty="0"/>
        </a:p>
      </dgm:t>
    </dgm:pt>
    <dgm:pt modelId="{3ECB4FE0-DB34-42E4-8953-98600774B2B5}" type="parTrans" cxnId="{52AF4218-09FA-41A3-BE84-49451DB472A4}">
      <dgm:prSet/>
      <dgm:spPr/>
      <dgm:t>
        <a:bodyPr/>
        <a:lstStyle/>
        <a:p>
          <a:endParaRPr lang="it-IT"/>
        </a:p>
      </dgm:t>
    </dgm:pt>
    <dgm:pt modelId="{6B38BE0B-486A-4438-B68A-F8DE89DF311D}" type="sibTrans" cxnId="{52AF4218-09FA-41A3-BE84-49451DB472A4}">
      <dgm:prSet/>
      <dgm:spPr/>
      <dgm:t>
        <a:bodyPr/>
        <a:lstStyle/>
        <a:p>
          <a:endParaRPr lang="it-IT"/>
        </a:p>
      </dgm:t>
    </dgm:pt>
    <dgm:pt modelId="{6B07CB42-4D34-4143-AE6F-8473C7ED18A4}" type="pres">
      <dgm:prSet presAssocID="{B354859F-9784-4EEE-99C3-229C00899B79}" presName="Name0" presStyleCnt="0">
        <dgm:presLayoutVars>
          <dgm:chMax val="7"/>
          <dgm:chPref val="7"/>
          <dgm:dir/>
        </dgm:presLayoutVars>
      </dgm:prSet>
      <dgm:spPr/>
    </dgm:pt>
    <dgm:pt modelId="{88D0FADB-06C5-4F1C-8B60-C63E45EFC82B}" type="pres">
      <dgm:prSet presAssocID="{B354859F-9784-4EEE-99C3-229C00899B79}" presName="Name1" presStyleCnt="0"/>
      <dgm:spPr/>
    </dgm:pt>
    <dgm:pt modelId="{64272320-400A-4455-B715-42DA334A2C74}" type="pres">
      <dgm:prSet presAssocID="{B354859F-9784-4EEE-99C3-229C00899B79}" presName="cycle" presStyleCnt="0"/>
      <dgm:spPr/>
    </dgm:pt>
    <dgm:pt modelId="{2BF8DFE7-21A7-46E9-8C9B-CC5391DD907C}" type="pres">
      <dgm:prSet presAssocID="{B354859F-9784-4EEE-99C3-229C00899B79}" presName="srcNode" presStyleLbl="node1" presStyleIdx="0" presStyleCnt="4"/>
      <dgm:spPr/>
    </dgm:pt>
    <dgm:pt modelId="{D3F541AA-F25C-4529-8D3E-2B3972BD3610}" type="pres">
      <dgm:prSet presAssocID="{B354859F-9784-4EEE-99C3-229C00899B79}" presName="conn" presStyleLbl="parChTrans1D2" presStyleIdx="0" presStyleCnt="1"/>
      <dgm:spPr/>
    </dgm:pt>
    <dgm:pt modelId="{4D229AE5-4174-4B7C-A6A2-D8F77A83F401}" type="pres">
      <dgm:prSet presAssocID="{B354859F-9784-4EEE-99C3-229C00899B79}" presName="extraNode" presStyleLbl="node1" presStyleIdx="0" presStyleCnt="4"/>
      <dgm:spPr/>
    </dgm:pt>
    <dgm:pt modelId="{94E85EB6-9866-4C20-92CD-205E69D5A60A}" type="pres">
      <dgm:prSet presAssocID="{B354859F-9784-4EEE-99C3-229C00899B79}" presName="dstNode" presStyleLbl="node1" presStyleIdx="0" presStyleCnt="4"/>
      <dgm:spPr/>
    </dgm:pt>
    <dgm:pt modelId="{9CB71969-B9DC-4E18-BFD0-CD98A187202F}" type="pres">
      <dgm:prSet presAssocID="{B5C1FFB6-2324-4F12-9EDB-3CF5CAF91331}" presName="text_1" presStyleLbl="node1" presStyleIdx="0" presStyleCnt="4">
        <dgm:presLayoutVars>
          <dgm:bulletEnabled val="1"/>
        </dgm:presLayoutVars>
      </dgm:prSet>
      <dgm:spPr/>
    </dgm:pt>
    <dgm:pt modelId="{0A952815-DB54-45BD-8683-C700ED477480}" type="pres">
      <dgm:prSet presAssocID="{B5C1FFB6-2324-4F12-9EDB-3CF5CAF91331}" presName="accent_1" presStyleCnt="0"/>
      <dgm:spPr/>
    </dgm:pt>
    <dgm:pt modelId="{16025A49-CBEF-47FD-93D9-CDDE6E6B1E43}" type="pres">
      <dgm:prSet presAssocID="{B5C1FFB6-2324-4F12-9EDB-3CF5CAF91331}" presName="accentRepeatNode" presStyleLbl="solidFgAcc1" presStyleIdx="0" presStyleCnt="4"/>
      <dgm:spPr/>
    </dgm:pt>
    <dgm:pt modelId="{62289A75-B7D2-4F5F-9ABC-764817B357BB}" type="pres">
      <dgm:prSet presAssocID="{BD81E7D4-C465-4376-9919-68ECB6316BEA}" presName="text_2" presStyleLbl="node1" presStyleIdx="1" presStyleCnt="4">
        <dgm:presLayoutVars>
          <dgm:bulletEnabled val="1"/>
        </dgm:presLayoutVars>
      </dgm:prSet>
      <dgm:spPr/>
    </dgm:pt>
    <dgm:pt modelId="{0C57BD27-8413-4B04-9FA9-448424ED748A}" type="pres">
      <dgm:prSet presAssocID="{BD81E7D4-C465-4376-9919-68ECB6316BEA}" presName="accent_2" presStyleCnt="0"/>
      <dgm:spPr/>
    </dgm:pt>
    <dgm:pt modelId="{AE383C0A-F736-4DB6-B0C3-369988A83AAC}" type="pres">
      <dgm:prSet presAssocID="{BD81E7D4-C465-4376-9919-68ECB6316BEA}" presName="accentRepeatNode" presStyleLbl="solidFgAcc1" presStyleIdx="1" presStyleCnt="4"/>
      <dgm:spPr/>
    </dgm:pt>
    <dgm:pt modelId="{401ADE05-9D56-4CC9-B6C4-192225ED5D8A}" type="pres">
      <dgm:prSet presAssocID="{C2FC52AC-3763-4BE8-AC51-8FAF24BDB9D8}" presName="text_3" presStyleLbl="node1" presStyleIdx="2" presStyleCnt="4">
        <dgm:presLayoutVars>
          <dgm:bulletEnabled val="1"/>
        </dgm:presLayoutVars>
      </dgm:prSet>
      <dgm:spPr/>
    </dgm:pt>
    <dgm:pt modelId="{30829895-7F37-427F-A9E9-2718F6BE51BB}" type="pres">
      <dgm:prSet presAssocID="{C2FC52AC-3763-4BE8-AC51-8FAF24BDB9D8}" presName="accent_3" presStyleCnt="0"/>
      <dgm:spPr/>
    </dgm:pt>
    <dgm:pt modelId="{C2925DDE-CE14-4283-BC28-F64042120516}" type="pres">
      <dgm:prSet presAssocID="{C2FC52AC-3763-4BE8-AC51-8FAF24BDB9D8}" presName="accentRepeatNode" presStyleLbl="solidFgAcc1" presStyleIdx="2" presStyleCnt="4"/>
      <dgm:spPr/>
    </dgm:pt>
    <dgm:pt modelId="{2FE8AAEE-12C1-4D70-9FC1-F09638735099}" type="pres">
      <dgm:prSet presAssocID="{6EEC4DFC-0CAB-469B-8FDE-7BD1949B1B9A}" presName="text_4" presStyleLbl="node1" presStyleIdx="3" presStyleCnt="4">
        <dgm:presLayoutVars>
          <dgm:bulletEnabled val="1"/>
        </dgm:presLayoutVars>
      </dgm:prSet>
      <dgm:spPr/>
    </dgm:pt>
    <dgm:pt modelId="{C5583F24-3C4D-4500-9734-8DC2F928520A}" type="pres">
      <dgm:prSet presAssocID="{6EEC4DFC-0CAB-469B-8FDE-7BD1949B1B9A}" presName="accent_4" presStyleCnt="0"/>
      <dgm:spPr/>
    </dgm:pt>
    <dgm:pt modelId="{BC214DD9-FDC4-43E1-A1E2-2F3645ED39D9}" type="pres">
      <dgm:prSet presAssocID="{6EEC4DFC-0CAB-469B-8FDE-7BD1949B1B9A}" presName="accentRepeatNode" presStyleLbl="solidFgAcc1" presStyleIdx="3" presStyleCnt="4"/>
      <dgm:spPr/>
    </dgm:pt>
  </dgm:ptLst>
  <dgm:cxnLst>
    <dgm:cxn modelId="{D5172600-78A0-44E0-9C3E-3CE5FF4AB347}" type="presOf" srcId="{B5C1FFB6-2324-4F12-9EDB-3CF5CAF91331}" destId="{9CB71969-B9DC-4E18-BFD0-CD98A187202F}" srcOrd="0" destOrd="0" presId="urn:microsoft.com/office/officeart/2008/layout/VerticalCurvedList"/>
    <dgm:cxn modelId="{19324A0D-A156-4112-9538-227026A87597}" type="presOf" srcId="{B354859F-9784-4EEE-99C3-229C00899B79}" destId="{6B07CB42-4D34-4143-AE6F-8473C7ED18A4}" srcOrd="0" destOrd="0" presId="urn:microsoft.com/office/officeart/2008/layout/VerticalCurvedList"/>
    <dgm:cxn modelId="{52AF4218-09FA-41A3-BE84-49451DB472A4}" srcId="{B354859F-9784-4EEE-99C3-229C00899B79}" destId="{6EEC4DFC-0CAB-469B-8FDE-7BD1949B1B9A}" srcOrd="3" destOrd="0" parTransId="{3ECB4FE0-DB34-42E4-8953-98600774B2B5}" sibTransId="{6B38BE0B-486A-4438-B68A-F8DE89DF311D}"/>
    <dgm:cxn modelId="{BEC34C31-0DA7-47D1-BAF4-616813EF16E4}" srcId="{B354859F-9784-4EEE-99C3-229C00899B79}" destId="{C2FC52AC-3763-4BE8-AC51-8FAF24BDB9D8}" srcOrd="2" destOrd="0" parTransId="{F8E16C45-6988-44C6-AF86-852AE77C935A}" sibTransId="{CBAAFC7E-CAF2-4658-8EAE-8F1535470480}"/>
    <dgm:cxn modelId="{A928774A-3FA7-4942-8AC1-D813894D19AA}" srcId="{B354859F-9784-4EEE-99C3-229C00899B79}" destId="{BD81E7D4-C465-4376-9919-68ECB6316BEA}" srcOrd="1" destOrd="0" parTransId="{128D56A4-1B76-4131-B948-C7F33109FEDF}" sibTransId="{B0ABD6F2-ED78-45E2-A844-DC5846871590}"/>
    <dgm:cxn modelId="{1714669A-B5B7-4142-9BB5-E441DE2B4FD7}" type="presOf" srcId="{6EB0100A-C96E-41AC-B141-41286CE14694}" destId="{D3F541AA-F25C-4529-8D3E-2B3972BD3610}" srcOrd="0" destOrd="0" presId="urn:microsoft.com/office/officeart/2008/layout/VerticalCurvedList"/>
    <dgm:cxn modelId="{760E26BA-5E16-49B1-8196-DD753D4CC232}" type="presOf" srcId="{C2FC52AC-3763-4BE8-AC51-8FAF24BDB9D8}" destId="{401ADE05-9D56-4CC9-B6C4-192225ED5D8A}" srcOrd="0" destOrd="0" presId="urn:microsoft.com/office/officeart/2008/layout/VerticalCurvedList"/>
    <dgm:cxn modelId="{EA6EC1C3-3681-46B8-9C78-0058315EC521}" type="presOf" srcId="{6EEC4DFC-0CAB-469B-8FDE-7BD1949B1B9A}" destId="{2FE8AAEE-12C1-4D70-9FC1-F09638735099}" srcOrd="0" destOrd="0" presId="urn:microsoft.com/office/officeart/2008/layout/VerticalCurvedList"/>
    <dgm:cxn modelId="{494ABACA-9DAA-4D4D-80FC-53A97F22869F}" srcId="{B354859F-9784-4EEE-99C3-229C00899B79}" destId="{B5C1FFB6-2324-4F12-9EDB-3CF5CAF91331}" srcOrd="0" destOrd="0" parTransId="{709F513D-2C64-46F2-83BD-D849BD5AD863}" sibTransId="{6EB0100A-C96E-41AC-B141-41286CE14694}"/>
    <dgm:cxn modelId="{82CD0DEC-1D91-4F17-A11F-07804EC46754}" type="presOf" srcId="{BD81E7D4-C465-4376-9919-68ECB6316BEA}" destId="{62289A75-B7D2-4F5F-9ABC-764817B357BB}" srcOrd="0" destOrd="0" presId="urn:microsoft.com/office/officeart/2008/layout/VerticalCurvedList"/>
    <dgm:cxn modelId="{68CF2A83-7AED-45D7-8FBC-629E26A6947B}" type="presParOf" srcId="{6B07CB42-4D34-4143-AE6F-8473C7ED18A4}" destId="{88D0FADB-06C5-4F1C-8B60-C63E45EFC82B}" srcOrd="0" destOrd="0" presId="urn:microsoft.com/office/officeart/2008/layout/VerticalCurvedList"/>
    <dgm:cxn modelId="{69511FA6-35FE-4B71-858C-1F4D9C29EE95}" type="presParOf" srcId="{88D0FADB-06C5-4F1C-8B60-C63E45EFC82B}" destId="{64272320-400A-4455-B715-42DA334A2C74}" srcOrd="0" destOrd="0" presId="urn:microsoft.com/office/officeart/2008/layout/VerticalCurvedList"/>
    <dgm:cxn modelId="{05959184-2BD0-4CBE-9C3C-4513F7394884}" type="presParOf" srcId="{64272320-400A-4455-B715-42DA334A2C74}" destId="{2BF8DFE7-21A7-46E9-8C9B-CC5391DD907C}" srcOrd="0" destOrd="0" presId="urn:microsoft.com/office/officeart/2008/layout/VerticalCurvedList"/>
    <dgm:cxn modelId="{BE8AFFD9-898C-4A70-9201-BD41FC466A8F}" type="presParOf" srcId="{64272320-400A-4455-B715-42DA334A2C74}" destId="{D3F541AA-F25C-4529-8D3E-2B3972BD3610}" srcOrd="1" destOrd="0" presId="urn:microsoft.com/office/officeart/2008/layout/VerticalCurvedList"/>
    <dgm:cxn modelId="{932FA409-47F4-49E3-8523-782EC7445D12}" type="presParOf" srcId="{64272320-400A-4455-B715-42DA334A2C74}" destId="{4D229AE5-4174-4B7C-A6A2-D8F77A83F401}" srcOrd="2" destOrd="0" presId="urn:microsoft.com/office/officeart/2008/layout/VerticalCurvedList"/>
    <dgm:cxn modelId="{7C64EFDC-01BC-46AA-AF34-A41BBDFE1D99}" type="presParOf" srcId="{64272320-400A-4455-B715-42DA334A2C74}" destId="{94E85EB6-9866-4C20-92CD-205E69D5A60A}" srcOrd="3" destOrd="0" presId="urn:microsoft.com/office/officeart/2008/layout/VerticalCurvedList"/>
    <dgm:cxn modelId="{CFF0997F-4B7A-47ED-98DE-17F8EAE4E203}" type="presParOf" srcId="{88D0FADB-06C5-4F1C-8B60-C63E45EFC82B}" destId="{9CB71969-B9DC-4E18-BFD0-CD98A187202F}" srcOrd="1" destOrd="0" presId="urn:microsoft.com/office/officeart/2008/layout/VerticalCurvedList"/>
    <dgm:cxn modelId="{C0384D62-7C3F-42EC-B399-DCDCBE25B52E}" type="presParOf" srcId="{88D0FADB-06C5-4F1C-8B60-C63E45EFC82B}" destId="{0A952815-DB54-45BD-8683-C700ED477480}" srcOrd="2" destOrd="0" presId="urn:microsoft.com/office/officeart/2008/layout/VerticalCurvedList"/>
    <dgm:cxn modelId="{2DD9DF01-69F1-4F5F-9C10-E3330EA47548}" type="presParOf" srcId="{0A952815-DB54-45BD-8683-C700ED477480}" destId="{16025A49-CBEF-47FD-93D9-CDDE6E6B1E43}" srcOrd="0" destOrd="0" presId="urn:microsoft.com/office/officeart/2008/layout/VerticalCurvedList"/>
    <dgm:cxn modelId="{91B957DD-BA45-4D05-B72C-14D9A9928C4B}" type="presParOf" srcId="{88D0FADB-06C5-4F1C-8B60-C63E45EFC82B}" destId="{62289A75-B7D2-4F5F-9ABC-764817B357BB}" srcOrd="3" destOrd="0" presId="urn:microsoft.com/office/officeart/2008/layout/VerticalCurvedList"/>
    <dgm:cxn modelId="{77B25110-CE5B-4EC0-A840-6356DFFECC8A}" type="presParOf" srcId="{88D0FADB-06C5-4F1C-8B60-C63E45EFC82B}" destId="{0C57BD27-8413-4B04-9FA9-448424ED748A}" srcOrd="4" destOrd="0" presId="urn:microsoft.com/office/officeart/2008/layout/VerticalCurvedList"/>
    <dgm:cxn modelId="{DAD216D5-9E33-471B-B2CC-EC67624B667A}" type="presParOf" srcId="{0C57BD27-8413-4B04-9FA9-448424ED748A}" destId="{AE383C0A-F736-4DB6-B0C3-369988A83AAC}" srcOrd="0" destOrd="0" presId="urn:microsoft.com/office/officeart/2008/layout/VerticalCurvedList"/>
    <dgm:cxn modelId="{2E807404-2C6E-4E79-9399-C37F1D0E91FC}" type="presParOf" srcId="{88D0FADB-06C5-4F1C-8B60-C63E45EFC82B}" destId="{401ADE05-9D56-4CC9-B6C4-192225ED5D8A}" srcOrd="5" destOrd="0" presId="urn:microsoft.com/office/officeart/2008/layout/VerticalCurvedList"/>
    <dgm:cxn modelId="{BF770B2D-210E-48D5-8D04-E81D996A445C}" type="presParOf" srcId="{88D0FADB-06C5-4F1C-8B60-C63E45EFC82B}" destId="{30829895-7F37-427F-A9E9-2718F6BE51BB}" srcOrd="6" destOrd="0" presId="urn:microsoft.com/office/officeart/2008/layout/VerticalCurvedList"/>
    <dgm:cxn modelId="{22E776B7-4E67-4BCD-ACE0-F9331D6C50A7}" type="presParOf" srcId="{30829895-7F37-427F-A9E9-2718F6BE51BB}" destId="{C2925DDE-CE14-4283-BC28-F64042120516}" srcOrd="0" destOrd="0" presId="urn:microsoft.com/office/officeart/2008/layout/VerticalCurvedList"/>
    <dgm:cxn modelId="{01E1ED65-216C-4707-8099-786648074FEA}" type="presParOf" srcId="{88D0FADB-06C5-4F1C-8B60-C63E45EFC82B}" destId="{2FE8AAEE-12C1-4D70-9FC1-F09638735099}" srcOrd="7" destOrd="0" presId="urn:microsoft.com/office/officeart/2008/layout/VerticalCurvedList"/>
    <dgm:cxn modelId="{D8FF4745-7FA3-475A-A986-03C186A9FAB3}" type="presParOf" srcId="{88D0FADB-06C5-4F1C-8B60-C63E45EFC82B}" destId="{C5583F24-3C4D-4500-9734-8DC2F928520A}" srcOrd="8" destOrd="0" presId="urn:microsoft.com/office/officeart/2008/layout/VerticalCurvedList"/>
    <dgm:cxn modelId="{830B0EB3-1992-433C-9AC0-E2BA39978B80}" type="presParOf" srcId="{C5583F24-3C4D-4500-9734-8DC2F928520A}" destId="{BC214DD9-FDC4-43E1-A1E2-2F3645ED39D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0BED0906-02D1-4C32-8615-E72225B5AFD1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83480046-DE1A-4D96-B87A-3ECB6BDBC8B3}">
      <dgm:prSet phldrT="[Testo]" custT="1"/>
      <dgm:spPr/>
      <dgm:t>
        <a:bodyPr/>
        <a:lstStyle/>
        <a:p>
          <a:r>
            <a:rPr lang="en-US" sz="2000" b="0" dirty="0"/>
            <a:t>Change </a:t>
          </a:r>
          <a:r>
            <a:rPr lang="en-US" sz="2000" b="0" dirty="0" err="1"/>
            <a:t>rappresentation</a:t>
          </a:r>
          <a:r>
            <a:rPr lang="en-US" sz="2000" b="0" dirty="0"/>
            <a:t> scale for rating value from </a:t>
          </a:r>
          <a:r>
            <a:rPr lang="en-US" sz="2000" b="0" baseline="0" dirty="0"/>
            <a:t>[0..1] to [0..100]</a:t>
          </a:r>
          <a:endParaRPr lang="it-IT" sz="2000" b="0" baseline="0" dirty="0"/>
        </a:p>
      </dgm:t>
    </dgm:pt>
    <dgm:pt modelId="{235DB4A8-D323-407A-B65F-31E11CF94771}" type="parTrans" cxnId="{2CD3335A-54B5-4C06-BED8-7568FAC20F9B}">
      <dgm:prSet/>
      <dgm:spPr/>
      <dgm:t>
        <a:bodyPr/>
        <a:lstStyle/>
        <a:p>
          <a:endParaRPr lang="it-IT" sz="2000" b="0"/>
        </a:p>
      </dgm:t>
    </dgm:pt>
    <dgm:pt modelId="{8504D562-8374-4A2F-A048-8209061A7EC5}" type="sibTrans" cxnId="{2CD3335A-54B5-4C06-BED8-7568FAC20F9B}">
      <dgm:prSet/>
      <dgm:spPr/>
      <dgm:t>
        <a:bodyPr/>
        <a:lstStyle/>
        <a:p>
          <a:endParaRPr lang="it-IT" sz="2000" b="0"/>
        </a:p>
      </dgm:t>
    </dgm:pt>
    <dgm:pt modelId="{DC87CE8E-9EEB-4A1B-B7C9-F09AA2566D8E}">
      <dgm:prSet phldrT="[Testo]" custT="1"/>
      <dgm:spPr/>
      <dgm:t>
        <a:bodyPr/>
        <a:lstStyle/>
        <a:p>
          <a:r>
            <a:rPr lang="en-US" sz="2000" b="0"/>
            <a:t>Add to all rating value a bias random</a:t>
          </a:r>
          <a:endParaRPr lang="it-IT" sz="2000" b="0" dirty="0"/>
        </a:p>
      </dgm:t>
    </dgm:pt>
    <dgm:pt modelId="{F6750EAB-016B-42D6-86A7-504F47EC1585}" type="parTrans" cxnId="{8B109291-B1AA-46B6-AC6F-A5A228E79E4B}">
      <dgm:prSet/>
      <dgm:spPr/>
      <dgm:t>
        <a:bodyPr/>
        <a:lstStyle/>
        <a:p>
          <a:endParaRPr lang="it-IT"/>
        </a:p>
      </dgm:t>
    </dgm:pt>
    <dgm:pt modelId="{E19424CD-BB48-4A90-B6C4-BFA896DAE0E1}" type="sibTrans" cxnId="{8B109291-B1AA-46B6-AC6F-A5A228E79E4B}">
      <dgm:prSet/>
      <dgm:spPr/>
      <dgm:t>
        <a:bodyPr/>
        <a:lstStyle/>
        <a:p>
          <a:endParaRPr lang="it-IT"/>
        </a:p>
      </dgm:t>
    </dgm:pt>
    <dgm:pt modelId="{EFAC3A96-98AF-4CEB-9B38-43E3FFE70969}" type="pres">
      <dgm:prSet presAssocID="{0BED0906-02D1-4C32-8615-E72225B5AFD1}" presName="Name0" presStyleCnt="0">
        <dgm:presLayoutVars>
          <dgm:chMax val="7"/>
          <dgm:chPref val="7"/>
          <dgm:dir/>
        </dgm:presLayoutVars>
      </dgm:prSet>
      <dgm:spPr/>
    </dgm:pt>
    <dgm:pt modelId="{9062CE26-EFB8-4C45-A0A4-4CF05EA55E1B}" type="pres">
      <dgm:prSet presAssocID="{0BED0906-02D1-4C32-8615-E72225B5AFD1}" presName="Name1" presStyleCnt="0"/>
      <dgm:spPr/>
    </dgm:pt>
    <dgm:pt modelId="{243C80AC-2961-4F48-A388-12D1D03E19BC}" type="pres">
      <dgm:prSet presAssocID="{0BED0906-02D1-4C32-8615-E72225B5AFD1}" presName="cycle" presStyleCnt="0"/>
      <dgm:spPr/>
    </dgm:pt>
    <dgm:pt modelId="{E402411C-0E22-4018-B093-B8ACE9D2CDF4}" type="pres">
      <dgm:prSet presAssocID="{0BED0906-02D1-4C32-8615-E72225B5AFD1}" presName="srcNode" presStyleLbl="node1" presStyleIdx="0" presStyleCnt="2"/>
      <dgm:spPr/>
    </dgm:pt>
    <dgm:pt modelId="{ED70A0C5-01A1-41E5-BE2E-15475597A698}" type="pres">
      <dgm:prSet presAssocID="{0BED0906-02D1-4C32-8615-E72225B5AFD1}" presName="conn" presStyleLbl="parChTrans1D2" presStyleIdx="0" presStyleCnt="1"/>
      <dgm:spPr/>
    </dgm:pt>
    <dgm:pt modelId="{1228C3DB-E745-4542-9120-0086741366AD}" type="pres">
      <dgm:prSet presAssocID="{0BED0906-02D1-4C32-8615-E72225B5AFD1}" presName="extraNode" presStyleLbl="node1" presStyleIdx="0" presStyleCnt="2"/>
      <dgm:spPr/>
    </dgm:pt>
    <dgm:pt modelId="{D1CCD450-2C7E-4560-AEB2-B9134C708413}" type="pres">
      <dgm:prSet presAssocID="{0BED0906-02D1-4C32-8615-E72225B5AFD1}" presName="dstNode" presStyleLbl="node1" presStyleIdx="0" presStyleCnt="2"/>
      <dgm:spPr/>
    </dgm:pt>
    <dgm:pt modelId="{CF9AB059-407C-4E81-8343-25C76B0C8657}" type="pres">
      <dgm:prSet presAssocID="{83480046-DE1A-4D96-B87A-3ECB6BDBC8B3}" presName="text_1" presStyleLbl="node1" presStyleIdx="0" presStyleCnt="2">
        <dgm:presLayoutVars>
          <dgm:bulletEnabled val="1"/>
        </dgm:presLayoutVars>
      </dgm:prSet>
      <dgm:spPr/>
    </dgm:pt>
    <dgm:pt modelId="{AA456FA0-7A59-494E-B3D7-44F18DAAB16A}" type="pres">
      <dgm:prSet presAssocID="{83480046-DE1A-4D96-B87A-3ECB6BDBC8B3}" presName="accent_1" presStyleCnt="0"/>
      <dgm:spPr/>
    </dgm:pt>
    <dgm:pt modelId="{A003E4D1-7407-467E-894B-5873D08DFD0E}" type="pres">
      <dgm:prSet presAssocID="{83480046-DE1A-4D96-B87A-3ECB6BDBC8B3}" presName="accentRepeatNode" presStyleLbl="solidFgAcc1" presStyleIdx="0" presStyleCnt="2"/>
      <dgm:spPr/>
    </dgm:pt>
    <dgm:pt modelId="{A0B334A3-1F8F-4FF1-B262-58C1BFA3DF42}" type="pres">
      <dgm:prSet presAssocID="{DC87CE8E-9EEB-4A1B-B7C9-F09AA2566D8E}" presName="text_2" presStyleLbl="node1" presStyleIdx="1" presStyleCnt="2">
        <dgm:presLayoutVars>
          <dgm:bulletEnabled val="1"/>
        </dgm:presLayoutVars>
      </dgm:prSet>
      <dgm:spPr/>
    </dgm:pt>
    <dgm:pt modelId="{3B04111D-9876-4BF8-8143-F604B4D1AF86}" type="pres">
      <dgm:prSet presAssocID="{DC87CE8E-9EEB-4A1B-B7C9-F09AA2566D8E}" presName="accent_2" presStyleCnt="0"/>
      <dgm:spPr/>
    </dgm:pt>
    <dgm:pt modelId="{0AB3AAE7-4024-4524-8A4E-5BD9F1A4AA08}" type="pres">
      <dgm:prSet presAssocID="{DC87CE8E-9EEB-4A1B-B7C9-F09AA2566D8E}" presName="accentRepeatNode" presStyleLbl="solidFgAcc1" presStyleIdx="1" presStyleCnt="2"/>
      <dgm:spPr/>
    </dgm:pt>
  </dgm:ptLst>
  <dgm:cxnLst>
    <dgm:cxn modelId="{E687B479-9647-44EF-8B9B-4AD3C46AFF58}" type="presOf" srcId="{83480046-DE1A-4D96-B87A-3ECB6BDBC8B3}" destId="{CF9AB059-407C-4E81-8343-25C76B0C8657}" srcOrd="0" destOrd="0" presId="urn:microsoft.com/office/officeart/2008/layout/VerticalCurvedList"/>
    <dgm:cxn modelId="{2CD3335A-54B5-4C06-BED8-7568FAC20F9B}" srcId="{0BED0906-02D1-4C32-8615-E72225B5AFD1}" destId="{83480046-DE1A-4D96-B87A-3ECB6BDBC8B3}" srcOrd="0" destOrd="0" parTransId="{235DB4A8-D323-407A-B65F-31E11CF94771}" sibTransId="{8504D562-8374-4A2F-A048-8209061A7EC5}"/>
    <dgm:cxn modelId="{8B109291-B1AA-46B6-AC6F-A5A228E79E4B}" srcId="{0BED0906-02D1-4C32-8615-E72225B5AFD1}" destId="{DC87CE8E-9EEB-4A1B-B7C9-F09AA2566D8E}" srcOrd="1" destOrd="0" parTransId="{F6750EAB-016B-42D6-86A7-504F47EC1585}" sibTransId="{E19424CD-BB48-4A90-B6C4-BFA896DAE0E1}"/>
    <dgm:cxn modelId="{E0A8C8A2-6A5A-4934-8A22-B52975D6D7C3}" type="presOf" srcId="{0BED0906-02D1-4C32-8615-E72225B5AFD1}" destId="{EFAC3A96-98AF-4CEB-9B38-43E3FFE70969}" srcOrd="0" destOrd="0" presId="urn:microsoft.com/office/officeart/2008/layout/VerticalCurvedList"/>
    <dgm:cxn modelId="{660FCDB3-F3F8-4F94-9809-3C1E00A976F4}" type="presOf" srcId="{8504D562-8374-4A2F-A048-8209061A7EC5}" destId="{ED70A0C5-01A1-41E5-BE2E-15475597A698}" srcOrd="0" destOrd="0" presId="urn:microsoft.com/office/officeart/2008/layout/VerticalCurvedList"/>
    <dgm:cxn modelId="{F68416DA-609D-4B51-88D8-2AFEA6ED04F4}" type="presOf" srcId="{DC87CE8E-9EEB-4A1B-B7C9-F09AA2566D8E}" destId="{A0B334A3-1F8F-4FF1-B262-58C1BFA3DF42}" srcOrd="0" destOrd="0" presId="urn:microsoft.com/office/officeart/2008/layout/VerticalCurvedList"/>
    <dgm:cxn modelId="{3EC85162-C2B4-4F41-82F0-DF921ECC4777}" type="presParOf" srcId="{EFAC3A96-98AF-4CEB-9B38-43E3FFE70969}" destId="{9062CE26-EFB8-4C45-A0A4-4CF05EA55E1B}" srcOrd="0" destOrd="0" presId="urn:microsoft.com/office/officeart/2008/layout/VerticalCurvedList"/>
    <dgm:cxn modelId="{B45A38DC-77DE-42AA-AB2D-3A696FE8402A}" type="presParOf" srcId="{9062CE26-EFB8-4C45-A0A4-4CF05EA55E1B}" destId="{243C80AC-2961-4F48-A388-12D1D03E19BC}" srcOrd="0" destOrd="0" presId="urn:microsoft.com/office/officeart/2008/layout/VerticalCurvedList"/>
    <dgm:cxn modelId="{4B88D398-9521-40CC-AADF-5B1F2E426A5C}" type="presParOf" srcId="{243C80AC-2961-4F48-A388-12D1D03E19BC}" destId="{E402411C-0E22-4018-B093-B8ACE9D2CDF4}" srcOrd="0" destOrd="0" presId="urn:microsoft.com/office/officeart/2008/layout/VerticalCurvedList"/>
    <dgm:cxn modelId="{1BBFF98F-CA3C-4245-B9C7-5EA421469702}" type="presParOf" srcId="{243C80AC-2961-4F48-A388-12D1D03E19BC}" destId="{ED70A0C5-01A1-41E5-BE2E-15475597A698}" srcOrd="1" destOrd="0" presId="urn:microsoft.com/office/officeart/2008/layout/VerticalCurvedList"/>
    <dgm:cxn modelId="{677E5B91-44C8-42FE-97E6-889B45BE0A00}" type="presParOf" srcId="{243C80AC-2961-4F48-A388-12D1D03E19BC}" destId="{1228C3DB-E745-4542-9120-0086741366AD}" srcOrd="2" destOrd="0" presId="urn:microsoft.com/office/officeart/2008/layout/VerticalCurvedList"/>
    <dgm:cxn modelId="{D4E9501E-209A-4A6D-BB94-75C583A60A7C}" type="presParOf" srcId="{243C80AC-2961-4F48-A388-12D1D03E19BC}" destId="{D1CCD450-2C7E-4560-AEB2-B9134C708413}" srcOrd="3" destOrd="0" presId="urn:microsoft.com/office/officeart/2008/layout/VerticalCurvedList"/>
    <dgm:cxn modelId="{7C221CD8-04DC-41BB-BD45-345E29D778BC}" type="presParOf" srcId="{9062CE26-EFB8-4C45-A0A4-4CF05EA55E1B}" destId="{CF9AB059-407C-4E81-8343-25C76B0C8657}" srcOrd="1" destOrd="0" presId="urn:microsoft.com/office/officeart/2008/layout/VerticalCurvedList"/>
    <dgm:cxn modelId="{F569A3DC-DE45-4F64-A656-910CA286D1A5}" type="presParOf" srcId="{9062CE26-EFB8-4C45-A0A4-4CF05EA55E1B}" destId="{AA456FA0-7A59-494E-B3D7-44F18DAAB16A}" srcOrd="2" destOrd="0" presId="urn:microsoft.com/office/officeart/2008/layout/VerticalCurvedList"/>
    <dgm:cxn modelId="{52BD9E23-5125-468B-935C-C12E0AD6EBF6}" type="presParOf" srcId="{AA456FA0-7A59-494E-B3D7-44F18DAAB16A}" destId="{A003E4D1-7407-467E-894B-5873D08DFD0E}" srcOrd="0" destOrd="0" presId="urn:microsoft.com/office/officeart/2008/layout/VerticalCurvedList"/>
    <dgm:cxn modelId="{B446EC36-5528-4E9A-8391-3F1E838112F7}" type="presParOf" srcId="{9062CE26-EFB8-4C45-A0A4-4CF05EA55E1B}" destId="{A0B334A3-1F8F-4FF1-B262-58C1BFA3DF42}" srcOrd="3" destOrd="0" presId="urn:microsoft.com/office/officeart/2008/layout/VerticalCurvedList"/>
    <dgm:cxn modelId="{A40B5A09-59AA-4904-B35E-A9625773EAD2}" type="presParOf" srcId="{9062CE26-EFB8-4C45-A0A4-4CF05EA55E1B}" destId="{3B04111D-9876-4BF8-8143-F604B4D1AF86}" srcOrd="4" destOrd="0" presId="urn:microsoft.com/office/officeart/2008/layout/VerticalCurvedList"/>
    <dgm:cxn modelId="{A17A01A0-1920-40A5-85B8-46D9D8208AED}" type="presParOf" srcId="{3B04111D-9876-4BF8-8143-F604B4D1AF86}" destId="{0AB3AAE7-4024-4524-8A4E-5BD9F1A4AA0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0BED0906-02D1-4C32-8615-E72225B5AFD1}" type="doc">
      <dgm:prSet loTypeId="urn:microsoft.com/office/officeart/2005/8/layout/bProcess3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83480046-DE1A-4D96-B87A-3ECB6BDBC8B3}">
      <dgm:prSet phldrT="[Testo]" custT="1"/>
      <dgm:spPr/>
      <dgm:t>
        <a:bodyPr/>
        <a:lstStyle/>
        <a:p>
          <a:r>
            <a:rPr lang="it-IT" sz="2000" b="0" dirty="0"/>
            <a:t>For </a:t>
          </a:r>
          <a:r>
            <a:rPr lang="it-IT" sz="2000" b="0" dirty="0" err="1"/>
            <a:t>every</a:t>
          </a:r>
          <a:r>
            <a:rPr lang="it-IT" sz="2000" b="0" dirty="0"/>
            <a:t> user </a:t>
          </a:r>
          <a:r>
            <a:rPr lang="it-IT" sz="2000" b="0" i="1" dirty="0"/>
            <a:t>u and f</a:t>
          </a:r>
          <a:r>
            <a:rPr lang="it-IT" sz="2000" b="0" dirty="0"/>
            <a:t>or </a:t>
          </a:r>
          <a:r>
            <a:rPr lang="it-IT" sz="2000" b="0" dirty="0" err="1"/>
            <a:t>every</a:t>
          </a:r>
          <a:r>
            <a:rPr lang="it-IT" sz="2000" b="0" dirty="0"/>
            <a:t> item </a:t>
          </a:r>
          <a:r>
            <a:rPr lang="it-IT" sz="2000" b="0" i="1" dirty="0"/>
            <a:t>i</a:t>
          </a:r>
          <a:endParaRPr lang="it-IT" sz="2000" b="0" dirty="0"/>
        </a:p>
      </dgm:t>
    </dgm:pt>
    <dgm:pt modelId="{235DB4A8-D323-407A-B65F-31E11CF94771}" type="parTrans" cxnId="{2CD3335A-54B5-4C06-BED8-7568FAC20F9B}">
      <dgm:prSet/>
      <dgm:spPr/>
      <dgm:t>
        <a:bodyPr/>
        <a:lstStyle/>
        <a:p>
          <a:endParaRPr lang="it-IT" sz="2000" b="0"/>
        </a:p>
      </dgm:t>
    </dgm:pt>
    <dgm:pt modelId="{8504D562-8374-4A2F-A048-8209061A7EC5}" type="sibTrans" cxnId="{2CD3335A-54B5-4C06-BED8-7568FAC20F9B}">
      <dgm:prSet/>
      <dgm:spPr/>
      <dgm:t>
        <a:bodyPr/>
        <a:lstStyle/>
        <a:p>
          <a:endParaRPr lang="it-IT" sz="2000" b="0"/>
        </a:p>
      </dgm:t>
    </dgm:pt>
    <dgm:pt modelId="{1F025F10-6F32-4B01-B80D-5A3AEB3B5482}">
      <dgm:prSet phldrT="[Testo]" custT="1"/>
      <dgm:spPr/>
      <dgm:t>
        <a:bodyPr/>
        <a:lstStyle/>
        <a:p>
          <a:pPr>
            <a:buNone/>
          </a:pPr>
          <a:r>
            <a:rPr lang="it-IT" sz="2000" b="0" dirty="0" err="1"/>
            <a:t>If</a:t>
          </a:r>
          <a:r>
            <a:rPr lang="it-IT" sz="2000" b="0" dirty="0"/>
            <a:t> </a:t>
          </a:r>
          <a:r>
            <a:rPr lang="it-IT" sz="2000" b="0" dirty="0" err="1"/>
            <a:t>exists</a:t>
          </a:r>
          <a:r>
            <a:rPr lang="it-IT" sz="2000" b="0" dirty="0"/>
            <a:t> ratings for </a:t>
          </a:r>
          <a:r>
            <a:rPr lang="it-IT" sz="2000" b="0" i="1" dirty="0"/>
            <a:t>(u, i)</a:t>
          </a:r>
          <a:r>
            <a:rPr lang="it-IT" sz="2000" b="0" i="0" dirty="0"/>
            <a:t> s</a:t>
          </a:r>
          <a:r>
            <a:rPr lang="it-IT" sz="2000" b="0" dirty="0"/>
            <a:t>et </a:t>
          </a:r>
          <a:r>
            <a:rPr lang="it-IT" sz="2000" b="0" dirty="0" err="1"/>
            <a:t>value</a:t>
          </a:r>
          <a:r>
            <a:rPr lang="it-IT" sz="2000" b="0" dirty="0"/>
            <a:t> </a:t>
          </a:r>
          <a:r>
            <a:rPr lang="it-IT" sz="2000" b="0" dirty="0" err="1"/>
            <a:t>as</a:t>
          </a:r>
          <a:r>
            <a:rPr lang="it-IT" sz="2000" b="0" dirty="0"/>
            <a:t> </a:t>
          </a:r>
          <a:r>
            <a:rPr lang="it-IT" sz="2000" b="0" i="1" dirty="0"/>
            <a:t>(100 + </a:t>
          </a:r>
          <a:r>
            <a:rPr lang="it-IT" sz="2000" b="0" i="1" dirty="0" err="1"/>
            <a:t>bias_random</a:t>
          </a:r>
          <a:r>
            <a:rPr lang="it-IT" sz="2000" b="0" i="1" dirty="0"/>
            <a:t>)</a:t>
          </a:r>
        </a:p>
      </dgm:t>
    </dgm:pt>
    <dgm:pt modelId="{367685F9-99ED-4FA8-8543-EC961FDC2B2D}" type="parTrans" cxnId="{5A01C805-597A-4DF5-97DF-829355CBBF48}">
      <dgm:prSet/>
      <dgm:spPr/>
      <dgm:t>
        <a:bodyPr/>
        <a:lstStyle/>
        <a:p>
          <a:endParaRPr lang="it-IT" sz="2000" b="0"/>
        </a:p>
      </dgm:t>
    </dgm:pt>
    <dgm:pt modelId="{50EEDC9A-7F97-4E7D-8D86-693A1C649579}" type="sibTrans" cxnId="{5A01C805-597A-4DF5-97DF-829355CBBF48}">
      <dgm:prSet/>
      <dgm:spPr/>
      <dgm:t>
        <a:bodyPr/>
        <a:lstStyle/>
        <a:p>
          <a:endParaRPr lang="it-IT" sz="2000" b="0"/>
        </a:p>
      </dgm:t>
    </dgm:pt>
    <dgm:pt modelId="{EFD1C1DF-61F6-44A5-A85B-5E77D37490B9}">
      <dgm:prSet phldrT="[Testo]" custT="1"/>
      <dgm:spPr/>
      <dgm:t>
        <a:bodyPr/>
        <a:lstStyle/>
        <a:p>
          <a:pPr>
            <a:buNone/>
          </a:pPr>
          <a:r>
            <a:rPr lang="en-US" sz="2000" b="0" i="0" dirty="0"/>
            <a:t>Else Calculate </a:t>
          </a:r>
          <a:r>
            <a:rPr lang="en-US" sz="2000" b="0" i="1" dirty="0" err="1"/>
            <a:t>p_ui</a:t>
          </a:r>
          <a:r>
            <a:rPr lang="en-US" sz="2000" b="0" i="0" dirty="0"/>
            <a:t> prediction value for  pair </a:t>
          </a:r>
          <a:r>
            <a:rPr lang="en-US" sz="2000" b="0" i="1" dirty="0"/>
            <a:t>(u, </a:t>
          </a:r>
          <a:r>
            <a:rPr lang="en-US" sz="2000" b="0" i="1" dirty="0" err="1"/>
            <a:t>i</a:t>
          </a:r>
          <a:r>
            <a:rPr lang="en-US" sz="2000" b="0" i="1" dirty="0"/>
            <a:t>)</a:t>
          </a:r>
          <a:endParaRPr lang="it-IT" sz="2000" b="0" i="1" dirty="0"/>
        </a:p>
      </dgm:t>
    </dgm:pt>
    <dgm:pt modelId="{1D53C884-FC5F-47F9-8215-196F83C7EB99}" type="parTrans" cxnId="{A9995253-4121-4344-8180-56E043677645}">
      <dgm:prSet/>
      <dgm:spPr/>
      <dgm:t>
        <a:bodyPr/>
        <a:lstStyle/>
        <a:p>
          <a:endParaRPr lang="it-IT" sz="2000" b="0"/>
        </a:p>
      </dgm:t>
    </dgm:pt>
    <dgm:pt modelId="{053F5411-80D5-444B-A5F0-AEAB8C044489}" type="sibTrans" cxnId="{A9995253-4121-4344-8180-56E043677645}">
      <dgm:prSet/>
      <dgm:spPr/>
      <dgm:t>
        <a:bodyPr/>
        <a:lstStyle/>
        <a:p>
          <a:endParaRPr lang="it-IT" sz="2000" b="0"/>
        </a:p>
      </dgm:t>
    </dgm:pt>
    <dgm:pt modelId="{E04AABF1-6825-49C4-A3AC-1810515322BA}">
      <dgm:prSet phldrT="[Testo]" custT="1"/>
      <dgm:spPr/>
      <dgm:t>
        <a:bodyPr/>
        <a:lstStyle/>
        <a:p>
          <a:pPr>
            <a:buNone/>
          </a:pPr>
          <a:r>
            <a:rPr lang="it-IT" sz="2000" b="0" i="0" dirty="0" err="1"/>
            <a:t>If</a:t>
          </a:r>
          <a:r>
            <a:rPr lang="it-IT" sz="2000" b="0" i="0" dirty="0"/>
            <a:t> </a:t>
          </a:r>
          <a:r>
            <a:rPr lang="it-IT" sz="2000" b="0" i="1" dirty="0" err="1"/>
            <a:t>p_ui</a:t>
          </a:r>
          <a:r>
            <a:rPr lang="it-IT" sz="2000" b="0" i="0" dirty="0"/>
            <a:t> </a:t>
          </a:r>
          <a:r>
            <a:rPr lang="it-IT" sz="2000" b="0" i="0" dirty="0" err="1"/>
            <a:t>equals</a:t>
          </a:r>
          <a:r>
            <a:rPr lang="it-IT" sz="2000" b="0" i="0" dirty="0"/>
            <a:t> </a:t>
          </a:r>
          <a:r>
            <a:rPr lang="it-IT" sz="2000" b="0" i="1" dirty="0"/>
            <a:t>i</a:t>
          </a:r>
          <a:r>
            <a:rPr lang="it-IT" sz="2000" b="0" i="0" dirty="0"/>
            <a:t> set </a:t>
          </a:r>
          <a:r>
            <a:rPr lang="it-IT" sz="2000" b="0" i="0" dirty="0" err="1"/>
            <a:t>value</a:t>
          </a:r>
          <a:r>
            <a:rPr lang="it-IT" sz="2000" b="0" i="0" dirty="0"/>
            <a:t> </a:t>
          </a:r>
          <a:r>
            <a:rPr lang="it-IT" sz="2000" b="0" i="0" dirty="0" err="1"/>
            <a:t>as</a:t>
          </a:r>
          <a:r>
            <a:rPr lang="it-IT" sz="2000" b="0" i="0" dirty="0"/>
            <a:t> </a:t>
          </a:r>
          <a:r>
            <a:rPr lang="it-IT" sz="2000" b="0" i="1" dirty="0"/>
            <a:t>(</a:t>
          </a:r>
          <a:r>
            <a:rPr lang="it-IT" sz="2000" b="0" i="1" dirty="0" err="1"/>
            <a:t>prediction_score</a:t>
          </a:r>
          <a:r>
            <a:rPr lang="it-IT" sz="2000" b="0" i="1" dirty="0"/>
            <a:t> * 100 + </a:t>
          </a:r>
          <a:r>
            <a:rPr lang="it-IT" sz="2000" b="0" i="1" dirty="0" err="1"/>
            <a:t>bias</a:t>
          </a:r>
          <a:r>
            <a:rPr lang="it-IT" sz="2000" b="0" i="1" dirty="0"/>
            <a:t> random)</a:t>
          </a:r>
        </a:p>
      </dgm:t>
    </dgm:pt>
    <dgm:pt modelId="{4C657AF6-E881-4092-9DF3-CD6869D635E1}" type="parTrans" cxnId="{CFBD9F96-796D-4B03-943C-B309E9526693}">
      <dgm:prSet/>
      <dgm:spPr/>
      <dgm:t>
        <a:bodyPr/>
        <a:lstStyle/>
        <a:p>
          <a:endParaRPr lang="it-IT" sz="2000" b="0"/>
        </a:p>
      </dgm:t>
    </dgm:pt>
    <dgm:pt modelId="{F2E6E69A-EC66-4170-8AFC-CC00E6F24CD6}" type="sibTrans" cxnId="{CFBD9F96-796D-4B03-943C-B309E9526693}">
      <dgm:prSet/>
      <dgm:spPr/>
      <dgm:t>
        <a:bodyPr/>
        <a:lstStyle/>
        <a:p>
          <a:endParaRPr lang="it-IT" sz="2000" b="0"/>
        </a:p>
      </dgm:t>
    </dgm:pt>
    <dgm:pt modelId="{2195CAF5-69C9-4C1F-B56E-B3665D188E39}">
      <dgm:prSet phldrT="[Testo]" custT="1"/>
      <dgm:spPr/>
      <dgm:t>
        <a:bodyPr/>
        <a:lstStyle/>
        <a:p>
          <a:pPr>
            <a:buNone/>
          </a:pPr>
          <a:r>
            <a:rPr lang="it-IT" sz="2000" b="0" i="0" dirty="0"/>
            <a:t>Else set </a:t>
          </a:r>
          <a:r>
            <a:rPr lang="it-IT" sz="2000" b="0" i="0" dirty="0" err="1"/>
            <a:t>value</a:t>
          </a:r>
          <a:r>
            <a:rPr lang="it-IT" sz="2000" b="0" i="0" dirty="0"/>
            <a:t> </a:t>
          </a:r>
          <a:r>
            <a:rPr lang="it-IT" sz="2000" b="0" i="0" dirty="0" err="1"/>
            <a:t>as</a:t>
          </a:r>
          <a:r>
            <a:rPr lang="it-IT" sz="2000" b="0" i="0" dirty="0"/>
            <a:t> </a:t>
          </a:r>
          <a:r>
            <a:rPr lang="it-IT" sz="2000" b="0" i="1" dirty="0" err="1"/>
            <a:t>bias_random</a:t>
          </a:r>
          <a:endParaRPr lang="it-IT" sz="2000" b="0" i="1" dirty="0"/>
        </a:p>
      </dgm:t>
    </dgm:pt>
    <dgm:pt modelId="{0EA7EA1A-6B07-48BC-950B-4637ECB87088}" type="parTrans" cxnId="{2D4CCD14-F034-4FF0-9AED-295083447194}">
      <dgm:prSet/>
      <dgm:spPr/>
      <dgm:t>
        <a:bodyPr/>
        <a:lstStyle/>
        <a:p>
          <a:endParaRPr lang="it-IT" sz="2000" b="0"/>
        </a:p>
      </dgm:t>
    </dgm:pt>
    <dgm:pt modelId="{9E546D5D-F59E-41B2-9CE1-6B610FADA15F}" type="sibTrans" cxnId="{2D4CCD14-F034-4FF0-9AED-295083447194}">
      <dgm:prSet/>
      <dgm:spPr/>
      <dgm:t>
        <a:bodyPr/>
        <a:lstStyle/>
        <a:p>
          <a:endParaRPr lang="it-IT" sz="2000" b="0"/>
        </a:p>
      </dgm:t>
    </dgm:pt>
    <dgm:pt modelId="{74EEF168-F253-4D30-9F0C-AD94F2A44BFE}" type="pres">
      <dgm:prSet presAssocID="{0BED0906-02D1-4C32-8615-E72225B5AFD1}" presName="Name0" presStyleCnt="0">
        <dgm:presLayoutVars>
          <dgm:dir/>
          <dgm:resizeHandles val="exact"/>
        </dgm:presLayoutVars>
      </dgm:prSet>
      <dgm:spPr/>
    </dgm:pt>
    <dgm:pt modelId="{9628C68B-05C8-4035-B541-1519B9F24F11}" type="pres">
      <dgm:prSet presAssocID="{83480046-DE1A-4D96-B87A-3ECB6BDBC8B3}" presName="node" presStyleLbl="node1" presStyleIdx="0" presStyleCnt="5">
        <dgm:presLayoutVars>
          <dgm:bulletEnabled val="1"/>
        </dgm:presLayoutVars>
      </dgm:prSet>
      <dgm:spPr/>
    </dgm:pt>
    <dgm:pt modelId="{76C99131-6472-408E-AF74-652BF0F19375}" type="pres">
      <dgm:prSet presAssocID="{8504D562-8374-4A2F-A048-8209061A7EC5}" presName="sibTrans" presStyleLbl="sibTrans1D1" presStyleIdx="0" presStyleCnt="4"/>
      <dgm:spPr/>
    </dgm:pt>
    <dgm:pt modelId="{4D7C6FED-D19A-4020-80B7-F2F85399BE36}" type="pres">
      <dgm:prSet presAssocID="{8504D562-8374-4A2F-A048-8209061A7EC5}" presName="connectorText" presStyleLbl="sibTrans1D1" presStyleIdx="0" presStyleCnt="4"/>
      <dgm:spPr/>
    </dgm:pt>
    <dgm:pt modelId="{DC049FD5-D0FF-4B4F-BAF3-E492B9A78106}" type="pres">
      <dgm:prSet presAssocID="{1F025F10-6F32-4B01-B80D-5A3AEB3B5482}" presName="node" presStyleLbl="node1" presStyleIdx="1" presStyleCnt="5">
        <dgm:presLayoutVars>
          <dgm:bulletEnabled val="1"/>
        </dgm:presLayoutVars>
      </dgm:prSet>
      <dgm:spPr/>
    </dgm:pt>
    <dgm:pt modelId="{A4DFC99A-C7B9-4CE1-85AB-57B2BDC35729}" type="pres">
      <dgm:prSet presAssocID="{50EEDC9A-7F97-4E7D-8D86-693A1C649579}" presName="sibTrans" presStyleLbl="sibTrans1D1" presStyleIdx="1" presStyleCnt="4"/>
      <dgm:spPr/>
    </dgm:pt>
    <dgm:pt modelId="{FFA5730C-5DDA-4423-9215-73DF919C526F}" type="pres">
      <dgm:prSet presAssocID="{50EEDC9A-7F97-4E7D-8D86-693A1C649579}" presName="connectorText" presStyleLbl="sibTrans1D1" presStyleIdx="1" presStyleCnt="4"/>
      <dgm:spPr/>
    </dgm:pt>
    <dgm:pt modelId="{4A09B9DA-B5F4-4209-B0CD-4B0F914E91BB}" type="pres">
      <dgm:prSet presAssocID="{EFD1C1DF-61F6-44A5-A85B-5E77D37490B9}" presName="node" presStyleLbl="node1" presStyleIdx="2" presStyleCnt="5">
        <dgm:presLayoutVars>
          <dgm:bulletEnabled val="1"/>
        </dgm:presLayoutVars>
      </dgm:prSet>
      <dgm:spPr/>
    </dgm:pt>
    <dgm:pt modelId="{A4AEAA6E-D6C1-4EB9-AD50-C7D0814332F0}" type="pres">
      <dgm:prSet presAssocID="{053F5411-80D5-444B-A5F0-AEAB8C044489}" presName="sibTrans" presStyleLbl="sibTrans1D1" presStyleIdx="2" presStyleCnt="4"/>
      <dgm:spPr/>
    </dgm:pt>
    <dgm:pt modelId="{CBDB8FF1-FCF6-4BB5-AE99-72749F0850A9}" type="pres">
      <dgm:prSet presAssocID="{053F5411-80D5-444B-A5F0-AEAB8C044489}" presName="connectorText" presStyleLbl="sibTrans1D1" presStyleIdx="2" presStyleCnt="4"/>
      <dgm:spPr/>
    </dgm:pt>
    <dgm:pt modelId="{2205B748-BA83-40F8-8C7D-F3BF00EEA264}" type="pres">
      <dgm:prSet presAssocID="{E04AABF1-6825-49C4-A3AC-1810515322BA}" presName="node" presStyleLbl="node1" presStyleIdx="3" presStyleCnt="5">
        <dgm:presLayoutVars>
          <dgm:bulletEnabled val="1"/>
        </dgm:presLayoutVars>
      </dgm:prSet>
      <dgm:spPr/>
    </dgm:pt>
    <dgm:pt modelId="{CA86BEE4-BA66-47F1-9663-EEE9CA572A5B}" type="pres">
      <dgm:prSet presAssocID="{F2E6E69A-EC66-4170-8AFC-CC00E6F24CD6}" presName="sibTrans" presStyleLbl="sibTrans1D1" presStyleIdx="3" presStyleCnt="4"/>
      <dgm:spPr/>
    </dgm:pt>
    <dgm:pt modelId="{229BDC20-7167-4257-9849-E5C638A2E5EC}" type="pres">
      <dgm:prSet presAssocID="{F2E6E69A-EC66-4170-8AFC-CC00E6F24CD6}" presName="connectorText" presStyleLbl="sibTrans1D1" presStyleIdx="3" presStyleCnt="4"/>
      <dgm:spPr/>
    </dgm:pt>
    <dgm:pt modelId="{7C4E44D8-EBD8-4E96-BCEF-6D96B58CA5F4}" type="pres">
      <dgm:prSet presAssocID="{2195CAF5-69C9-4C1F-B56E-B3665D188E39}" presName="node" presStyleLbl="node1" presStyleIdx="4" presStyleCnt="5">
        <dgm:presLayoutVars>
          <dgm:bulletEnabled val="1"/>
        </dgm:presLayoutVars>
      </dgm:prSet>
      <dgm:spPr/>
    </dgm:pt>
  </dgm:ptLst>
  <dgm:cxnLst>
    <dgm:cxn modelId="{5A01C805-597A-4DF5-97DF-829355CBBF48}" srcId="{0BED0906-02D1-4C32-8615-E72225B5AFD1}" destId="{1F025F10-6F32-4B01-B80D-5A3AEB3B5482}" srcOrd="1" destOrd="0" parTransId="{367685F9-99ED-4FA8-8543-EC961FDC2B2D}" sibTransId="{50EEDC9A-7F97-4E7D-8D86-693A1C649579}"/>
    <dgm:cxn modelId="{2D4CCD14-F034-4FF0-9AED-295083447194}" srcId="{0BED0906-02D1-4C32-8615-E72225B5AFD1}" destId="{2195CAF5-69C9-4C1F-B56E-B3665D188E39}" srcOrd="4" destOrd="0" parTransId="{0EA7EA1A-6B07-48BC-950B-4637ECB87088}" sibTransId="{9E546D5D-F59E-41B2-9CE1-6B610FADA15F}"/>
    <dgm:cxn modelId="{F5F0EF21-BCA3-4C10-A532-CEB68DC0D3C1}" type="presOf" srcId="{053F5411-80D5-444B-A5F0-AEAB8C044489}" destId="{CBDB8FF1-FCF6-4BB5-AE99-72749F0850A9}" srcOrd="1" destOrd="0" presId="urn:microsoft.com/office/officeart/2005/8/layout/bProcess3"/>
    <dgm:cxn modelId="{62525A27-1A99-45C4-BD4E-409D3F5B22F0}" type="presOf" srcId="{8504D562-8374-4A2F-A048-8209061A7EC5}" destId="{76C99131-6472-408E-AF74-652BF0F19375}" srcOrd="0" destOrd="0" presId="urn:microsoft.com/office/officeart/2005/8/layout/bProcess3"/>
    <dgm:cxn modelId="{7C73993C-3002-40F9-9830-BE07B209224F}" type="presOf" srcId="{83480046-DE1A-4D96-B87A-3ECB6BDBC8B3}" destId="{9628C68B-05C8-4035-B541-1519B9F24F11}" srcOrd="0" destOrd="0" presId="urn:microsoft.com/office/officeart/2005/8/layout/bProcess3"/>
    <dgm:cxn modelId="{A8B44168-CB5F-4CF5-82E9-D4B088E0F579}" type="presOf" srcId="{F2E6E69A-EC66-4170-8AFC-CC00E6F24CD6}" destId="{229BDC20-7167-4257-9849-E5C638A2E5EC}" srcOrd="1" destOrd="0" presId="urn:microsoft.com/office/officeart/2005/8/layout/bProcess3"/>
    <dgm:cxn modelId="{A9995253-4121-4344-8180-56E043677645}" srcId="{0BED0906-02D1-4C32-8615-E72225B5AFD1}" destId="{EFD1C1DF-61F6-44A5-A85B-5E77D37490B9}" srcOrd="2" destOrd="0" parTransId="{1D53C884-FC5F-47F9-8215-196F83C7EB99}" sibTransId="{053F5411-80D5-444B-A5F0-AEAB8C044489}"/>
    <dgm:cxn modelId="{2CD3335A-54B5-4C06-BED8-7568FAC20F9B}" srcId="{0BED0906-02D1-4C32-8615-E72225B5AFD1}" destId="{83480046-DE1A-4D96-B87A-3ECB6BDBC8B3}" srcOrd="0" destOrd="0" parTransId="{235DB4A8-D323-407A-B65F-31E11CF94771}" sibTransId="{8504D562-8374-4A2F-A048-8209061A7EC5}"/>
    <dgm:cxn modelId="{CA2B867B-AB80-4509-9503-20476FE9F7D5}" type="presOf" srcId="{8504D562-8374-4A2F-A048-8209061A7EC5}" destId="{4D7C6FED-D19A-4020-80B7-F2F85399BE36}" srcOrd="1" destOrd="0" presId="urn:microsoft.com/office/officeart/2005/8/layout/bProcess3"/>
    <dgm:cxn modelId="{CFBD9F96-796D-4B03-943C-B309E9526693}" srcId="{0BED0906-02D1-4C32-8615-E72225B5AFD1}" destId="{E04AABF1-6825-49C4-A3AC-1810515322BA}" srcOrd="3" destOrd="0" parTransId="{4C657AF6-E881-4092-9DF3-CD6869D635E1}" sibTransId="{F2E6E69A-EC66-4170-8AFC-CC00E6F24CD6}"/>
    <dgm:cxn modelId="{6C9ED4A3-A09A-48B3-81C1-2684F86EE809}" type="presOf" srcId="{E04AABF1-6825-49C4-A3AC-1810515322BA}" destId="{2205B748-BA83-40F8-8C7D-F3BF00EEA264}" srcOrd="0" destOrd="0" presId="urn:microsoft.com/office/officeart/2005/8/layout/bProcess3"/>
    <dgm:cxn modelId="{2B4C16A5-4661-40A5-A01D-D1F7783CCAAD}" type="presOf" srcId="{EFD1C1DF-61F6-44A5-A85B-5E77D37490B9}" destId="{4A09B9DA-B5F4-4209-B0CD-4B0F914E91BB}" srcOrd="0" destOrd="0" presId="urn:microsoft.com/office/officeart/2005/8/layout/bProcess3"/>
    <dgm:cxn modelId="{1DEFE3AF-3E3E-49D7-9823-C0F66B2D8DCA}" type="presOf" srcId="{1F025F10-6F32-4B01-B80D-5A3AEB3B5482}" destId="{DC049FD5-D0FF-4B4F-BAF3-E492B9A78106}" srcOrd="0" destOrd="0" presId="urn:microsoft.com/office/officeart/2005/8/layout/bProcess3"/>
    <dgm:cxn modelId="{93C278BA-FB8B-45C2-884C-E06970F8CD3A}" type="presOf" srcId="{50EEDC9A-7F97-4E7D-8D86-693A1C649579}" destId="{A4DFC99A-C7B9-4CE1-85AB-57B2BDC35729}" srcOrd="0" destOrd="0" presId="urn:microsoft.com/office/officeart/2005/8/layout/bProcess3"/>
    <dgm:cxn modelId="{03A313BF-2AA5-4DD2-9225-C08C2AE63296}" type="presOf" srcId="{50EEDC9A-7F97-4E7D-8D86-693A1C649579}" destId="{FFA5730C-5DDA-4423-9215-73DF919C526F}" srcOrd="1" destOrd="0" presId="urn:microsoft.com/office/officeart/2005/8/layout/bProcess3"/>
    <dgm:cxn modelId="{9BD00DD8-9A50-4EA0-A654-01F3B8394110}" type="presOf" srcId="{F2E6E69A-EC66-4170-8AFC-CC00E6F24CD6}" destId="{CA86BEE4-BA66-47F1-9663-EEE9CA572A5B}" srcOrd="0" destOrd="0" presId="urn:microsoft.com/office/officeart/2005/8/layout/bProcess3"/>
    <dgm:cxn modelId="{03ABFCE6-24CF-40A3-81DE-A3E73BE50F24}" type="presOf" srcId="{2195CAF5-69C9-4C1F-B56E-B3665D188E39}" destId="{7C4E44D8-EBD8-4E96-BCEF-6D96B58CA5F4}" srcOrd="0" destOrd="0" presId="urn:microsoft.com/office/officeart/2005/8/layout/bProcess3"/>
    <dgm:cxn modelId="{60B757EA-09C2-43FD-A01C-F34F692A427A}" type="presOf" srcId="{053F5411-80D5-444B-A5F0-AEAB8C044489}" destId="{A4AEAA6E-D6C1-4EB9-AD50-C7D0814332F0}" srcOrd="0" destOrd="0" presId="urn:microsoft.com/office/officeart/2005/8/layout/bProcess3"/>
    <dgm:cxn modelId="{3806DFF4-F1E7-4943-8F00-D6F6052C572B}" type="presOf" srcId="{0BED0906-02D1-4C32-8615-E72225B5AFD1}" destId="{74EEF168-F253-4D30-9F0C-AD94F2A44BFE}" srcOrd="0" destOrd="0" presId="urn:microsoft.com/office/officeart/2005/8/layout/bProcess3"/>
    <dgm:cxn modelId="{2D9DF7E0-549A-47F5-BDDA-13650A90C2BE}" type="presParOf" srcId="{74EEF168-F253-4D30-9F0C-AD94F2A44BFE}" destId="{9628C68B-05C8-4035-B541-1519B9F24F11}" srcOrd="0" destOrd="0" presId="urn:microsoft.com/office/officeart/2005/8/layout/bProcess3"/>
    <dgm:cxn modelId="{13D7F147-711A-42B0-88E4-EBD4D89C011E}" type="presParOf" srcId="{74EEF168-F253-4D30-9F0C-AD94F2A44BFE}" destId="{76C99131-6472-408E-AF74-652BF0F19375}" srcOrd="1" destOrd="0" presId="urn:microsoft.com/office/officeart/2005/8/layout/bProcess3"/>
    <dgm:cxn modelId="{117C7D72-831A-44E6-94C4-780815C41D69}" type="presParOf" srcId="{76C99131-6472-408E-AF74-652BF0F19375}" destId="{4D7C6FED-D19A-4020-80B7-F2F85399BE36}" srcOrd="0" destOrd="0" presId="urn:microsoft.com/office/officeart/2005/8/layout/bProcess3"/>
    <dgm:cxn modelId="{A242C260-AABB-4B6E-BDDB-D2A8F98E3BE1}" type="presParOf" srcId="{74EEF168-F253-4D30-9F0C-AD94F2A44BFE}" destId="{DC049FD5-D0FF-4B4F-BAF3-E492B9A78106}" srcOrd="2" destOrd="0" presId="urn:microsoft.com/office/officeart/2005/8/layout/bProcess3"/>
    <dgm:cxn modelId="{7CE3AC68-4887-4F55-BC16-CE1B531BF727}" type="presParOf" srcId="{74EEF168-F253-4D30-9F0C-AD94F2A44BFE}" destId="{A4DFC99A-C7B9-4CE1-85AB-57B2BDC35729}" srcOrd="3" destOrd="0" presId="urn:microsoft.com/office/officeart/2005/8/layout/bProcess3"/>
    <dgm:cxn modelId="{F6D77D2E-19B5-420A-8DDC-FEF8EB365F35}" type="presParOf" srcId="{A4DFC99A-C7B9-4CE1-85AB-57B2BDC35729}" destId="{FFA5730C-5DDA-4423-9215-73DF919C526F}" srcOrd="0" destOrd="0" presId="urn:microsoft.com/office/officeart/2005/8/layout/bProcess3"/>
    <dgm:cxn modelId="{7AA3B8DD-E12C-45B7-AFD4-109E19D52A09}" type="presParOf" srcId="{74EEF168-F253-4D30-9F0C-AD94F2A44BFE}" destId="{4A09B9DA-B5F4-4209-B0CD-4B0F914E91BB}" srcOrd="4" destOrd="0" presId="urn:microsoft.com/office/officeart/2005/8/layout/bProcess3"/>
    <dgm:cxn modelId="{B0B75002-4DE3-4E43-BC47-64E5BFB1B3D5}" type="presParOf" srcId="{74EEF168-F253-4D30-9F0C-AD94F2A44BFE}" destId="{A4AEAA6E-D6C1-4EB9-AD50-C7D0814332F0}" srcOrd="5" destOrd="0" presId="urn:microsoft.com/office/officeart/2005/8/layout/bProcess3"/>
    <dgm:cxn modelId="{BBA6830E-A415-4274-982A-C0A0FC1682CD}" type="presParOf" srcId="{A4AEAA6E-D6C1-4EB9-AD50-C7D0814332F0}" destId="{CBDB8FF1-FCF6-4BB5-AE99-72749F0850A9}" srcOrd="0" destOrd="0" presId="urn:microsoft.com/office/officeart/2005/8/layout/bProcess3"/>
    <dgm:cxn modelId="{F3077456-C2DA-41FA-809F-3E64EDAF0ACA}" type="presParOf" srcId="{74EEF168-F253-4D30-9F0C-AD94F2A44BFE}" destId="{2205B748-BA83-40F8-8C7D-F3BF00EEA264}" srcOrd="6" destOrd="0" presId="urn:microsoft.com/office/officeart/2005/8/layout/bProcess3"/>
    <dgm:cxn modelId="{97AD1CE3-DF1B-481B-AEDB-DAF07C5CF6E1}" type="presParOf" srcId="{74EEF168-F253-4D30-9F0C-AD94F2A44BFE}" destId="{CA86BEE4-BA66-47F1-9663-EEE9CA572A5B}" srcOrd="7" destOrd="0" presId="urn:microsoft.com/office/officeart/2005/8/layout/bProcess3"/>
    <dgm:cxn modelId="{014EE5FE-464C-4F13-B966-8351258D5E49}" type="presParOf" srcId="{CA86BEE4-BA66-47F1-9663-EEE9CA572A5B}" destId="{229BDC20-7167-4257-9849-E5C638A2E5EC}" srcOrd="0" destOrd="0" presId="urn:microsoft.com/office/officeart/2005/8/layout/bProcess3"/>
    <dgm:cxn modelId="{79B5C950-959B-4FA0-9302-532921E670E7}" type="presParOf" srcId="{74EEF168-F253-4D30-9F0C-AD94F2A44BFE}" destId="{7C4E44D8-EBD8-4E96-BCEF-6D96B58CA5F4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C9BFFBB7-6298-4988-BCE5-B7FDFEEF11C7}" type="doc">
      <dgm:prSet loTypeId="urn:microsoft.com/office/officeart/2008/layout/VerticalCurvedLis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324313FC-EE31-447B-BFB9-FDBF1FC76F62}">
      <dgm:prSet phldrT="[Testo]"/>
      <dgm:spPr/>
      <dgm:t>
        <a:bodyPr/>
        <a:lstStyle/>
        <a:p>
          <a:r>
            <a:rPr lang="en-US" dirty="0"/>
            <a:t>The all items of matrix users-items have a value not null (different 0)</a:t>
          </a:r>
          <a:endParaRPr lang="it-IT" i="1" dirty="0"/>
        </a:p>
      </dgm:t>
    </dgm:pt>
    <dgm:pt modelId="{769D24C0-43A1-4318-8657-3001A3B5A819}" type="parTrans" cxnId="{327DA20D-9440-4FDD-8B17-7798F9E643F6}">
      <dgm:prSet/>
      <dgm:spPr/>
      <dgm:t>
        <a:bodyPr/>
        <a:lstStyle/>
        <a:p>
          <a:endParaRPr lang="it-IT"/>
        </a:p>
      </dgm:t>
    </dgm:pt>
    <dgm:pt modelId="{842A330F-422E-4312-A5B1-93AF6179692C}" type="sibTrans" cxnId="{327DA20D-9440-4FDD-8B17-7798F9E643F6}">
      <dgm:prSet/>
      <dgm:spPr/>
      <dgm:t>
        <a:bodyPr/>
        <a:lstStyle/>
        <a:p>
          <a:endParaRPr lang="it-IT"/>
        </a:p>
      </dgm:t>
    </dgm:pt>
    <dgm:pt modelId="{F45EB065-96FC-4B24-8818-C3BED73E3B75}">
      <dgm:prSet phldrT="[Testo]"/>
      <dgm:spPr/>
      <dgm:t>
        <a:bodyPr/>
        <a:lstStyle/>
        <a:p>
          <a:r>
            <a:rPr lang="en-US" dirty="0"/>
            <a:t>The value of all items matrix users-items is different from each other</a:t>
          </a:r>
          <a:endParaRPr lang="it-IT" dirty="0"/>
        </a:p>
      </dgm:t>
    </dgm:pt>
    <dgm:pt modelId="{F1D18B3D-F166-4AC1-87CE-ABA29EC8910F}" type="parTrans" cxnId="{B804651D-0CDB-4E66-BF13-28E4F2B6BDAF}">
      <dgm:prSet/>
      <dgm:spPr/>
      <dgm:t>
        <a:bodyPr/>
        <a:lstStyle/>
        <a:p>
          <a:endParaRPr lang="it-IT"/>
        </a:p>
      </dgm:t>
    </dgm:pt>
    <dgm:pt modelId="{73A676AF-9196-40BB-B4CA-3205999BBB69}" type="sibTrans" cxnId="{B804651D-0CDB-4E66-BF13-28E4F2B6BDAF}">
      <dgm:prSet/>
      <dgm:spPr/>
      <dgm:t>
        <a:bodyPr/>
        <a:lstStyle/>
        <a:p>
          <a:endParaRPr lang="it-IT"/>
        </a:p>
      </dgm:t>
    </dgm:pt>
    <dgm:pt modelId="{62B75C17-FD28-4B0C-BD85-03E4C6BA2AB9}">
      <dgm:prSet phldrT="[Testo]"/>
      <dgm:spPr/>
      <dgm:t>
        <a:bodyPr/>
        <a:lstStyle/>
        <a:p>
          <a:r>
            <a:rPr lang="it-IT" dirty="0" err="1"/>
            <a:t>Current</a:t>
          </a:r>
          <a:r>
            <a:rPr lang="it-IT" dirty="0"/>
            <a:t> </a:t>
          </a:r>
          <a:r>
            <a:rPr lang="it-IT" dirty="0" err="1"/>
            <a:t>value</a:t>
          </a:r>
          <a:r>
            <a:rPr lang="it-IT" dirty="0"/>
            <a:t> of RMSE </a:t>
          </a:r>
          <a:r>
            <a:rPr lang="it-IT" dirty="0" err="1"/>
            <a:t>is</a:t>
          </a:r>
          <a:r>
            <a:rPr lang="it-IT" dirty="0"/>
            <a:t> &gt;= 0,94</a:t>
          </a:r>
        </a:p>
      </dgm:t>
    </dgm:pt>
    <dgm:pt modelId="{A203DC60-B854-4F31-8F1D-A8440EE80D45}" type="parTrans" cxnId="{478613BA-62B4-4F95-A8A8-2E2C68BCC9B0}">
      <dgm:prSet/>
      <dgm:spPr/>
      <dgm:t>
        <a:bodyPr/>
        <a:lstStyle/>
        <a:p>
          <a:endParaRPr lang="it-IT"/>
        </a:p>
      </dgm:t>
    </dgm:pt>
    <dgm:pt modelId="{FC93CCFB-027E-4DCD-837F-BA351E2E008A}" type="sibTrans" cxnId="{478613BA-62B4-4F95-A8A8-2E2C68BCC9B0}">
      <dgm:prSet/>
      <dgm:spPr/>
      <dgm:t>
        <a:bodyPr/>
        <a:lstStyle/>
        <a:p>
          <a:endParaRPr lang="it-IT"/>
        </a:p>
      </dgm:t>
    </dgm:pt>
    <dgm:pt modelId="{91ED63D9-9ADD-4A51-9921-080EB22E2483}" type="pres">
      <dgm:prSet presAssocID="{C9BFFBB7-6298-4988-BCE5-B7FDFEEF11C7}" presName="Name0" presStyleCnt="0">
        <dgm:presLayoutVars>
          <dgm:chMax val="7"/>
          <dgm:chPref val="7"/>
          <dgm:dir/>
        </dgm:presLayoutVars>
      </dgm:prSet>
      <dgm:spPr/>
    </dgm:pt>
    <dgm:pt modelId="{530C6C8D-163C-415E-A913-659B3BC2861D}" type="pres">
      <dgm:prSet presAssocID="{C9BFFBB7-6298-4988-BCE5-B7FDFEEF11C7}" presName="Name1" presStyleCnt="0"/>
      <dgm:spPr/>
    </dgm:pt>
    <dgm:pt modelId="{6A9F98AE-874D-480E-98E7-2399D6E485A7}" type="pres">
      <dgm:prSet presAssocID="{C9BFFBB7-6298-4988-BCE5-B7FDFEEF11C7}" presName="cycle" presStyleCnt="0"/>
      <dgm:spPr/>
    </dgm:pt>
    <dgm:pt modelId="{338C41FE-257F-41DA-8F9F-EB7E380986FB}" type="pres">
      <dgm:prSet presAssocID="{C9BFFBB7-6298-4988-BCE5-B7FDFEEF11C7}" presName="srcNode" presStyleLbl="node1" presStyleIdx="0" presStyleCnt="3"/>
      <dgm:spPr/>
    </dgm:pt>
    <dgm:pt modelId="{6CE9453A-20C8-45AB-B27F-8A82A3A69F1E}" type="pres">
      <dgm:prSet presAssocID="{C9BFFBB7-6298-4988-BCE5-B7FDFEEF11C7}" presName="conn" presStyleLbl="parChTrans1D2" presStyleIdx="0" presStyleCnt="1"/>
      <dgm:spPr/>
    </dgm:pt>
    <dgm:pt modelId="{63AB0E73-CB1B-4782-B182-CDE1066605A4}" type="pres">
      <dgm:prSet presAssocID="{C9BFFBB7-6298-4988-BCE5-B7FDFEEF11C7}" presName="extraNode" presStyleLbl="node1" presStyleIdx="0" presStyleCnt="3"/>
      <dgm:spPr/>
    </dgm:pt>
    <dgm:pt modelId="{7F9584D3-C678-444F-A06E-95656EA81566}" type="pres">
      <dgm:prSet presAssocID="{C9BFFBB7-6298-4988-BCE5-B7FDFEEF11C7}" presName="dstNode" presStyleLbl="node1" presStyleIdx="0" presStyleCnt="3"/>
      <dgm:spPr/>
    </dgm:pt>
    <dgm:pt modelId="{E91C2FA7-4BA6-4A46-A5F4-30E4963C74EA}" type="pres">
      <dgm:prSet presAssocID="{324313FC-EE31-447B-BFB9-FDBF1FC76F62}" presName="text_1" presStyleLbl="node1" presStyleIdx="0" presStyleCnt="3">
        <dgm:presLayoutVars>
          <dgm:bulletEnabled val="1"/>
        </dgm:presLayoutVars>
      </dgm:prSet>
      <dgm:spPr/>
    </dgm:pt>
    <dgm:pt modelId="{14B219CD-F5DE-4FF2-8538-93732C8F5A89}" type="pres">
      <dgm:prSet presAssocID="{324313FC-EE31-447B-BFB9-FDBF1FC76F62}" presName="accent_1" presStyleCnt="0"/>
      <dgm:spPr/>
    </dgm:pt>
    <dgm:pt modelId="{2007B316-C247-4DD2-A1B2-569CBC6A86D7}" type="pres">
      <dgm:prSet presAssocID="{324313FC-EE31-447B-BFB9-FDBF1FC76F62}" presName="accentRepeatNode" presStyleLbl="solidFgAcc1" presStyleIdx="0" presStyleCnt="3"/>
      <dgm:spPr/>
    </dgm:pt>
    <dgm:pt modelId="{F6791E5D-B21F-474D-8105-D0F8784C13C4}" type="pres">
      <dgm:prSet presAssocID="{F45EB065-96FC-4B24-8818-C3BED73E3B75}" presName="text_2" presStyleLbl="node1" presStyleIdx="1" presStyleCnt="3">
        <dgm:presLayoutVars>
          <dgm:bulletEnabled val="1"/>
        </dgm:presLayoutVars>
      </dgm:prSet>
      <dgm:spPr/>
    </dgm:pt>
    <dgm:pt modelId="{6F0F89D5-0718-4B9A-AD3F-D6DA6B18255B}" type="pres">
      <dgm:prSet presAssocID="{F45EB065-96FC-4B24-8818-C3BED73E3B75}" presName="accent_2" presStyleCnt="0"/>
      <dgm:spPr/>
    </dgm:pt>
    <dgm:pt modelId="{06BC40B4-CF4D-4E1F-9CD8-4D3BB2E4984E}" type="pres">
      <dgm:prSet presAssocID="{F45EB065-96FC-4B24-8818-C3BED73E3B75}" presName="accentRepeatNode" presStyleLbl="solidFgAcc1" presStyleIdx="1" presStyleCnt="3"/>
      <dgm:spPr/>
    </dgm:pt>
    <dgm:pt modelId="{315DA7C2-A971-4298-8D3A-9DE2CEA90943}" type="pres">
      <dgm:prSet presAssocID="{62B75C17-FD28-4B0C-BD85-03E4C6BA2AB9}" presName="text_3" presStyleLbl="node1" presStyleIdx="2" presStyleCnt="3">
        <dgm:presLayoutVars>
          <dgm:bulletEnabled val="1"/>
        </dgm:presLayoutVars>
      </dgm:prSet>
      <dgm:spPr/>
    </dgm:pt>
    <dgm:pt modelId="{A36E1558-095D-4317-9573-440C75297CFE}" type="pres">
      <dgm:prSet presAssocID="{62B75C17-FD28-4B0C-BD85-03E4C6BA2AB9}" presName="accent_3" presStyleCnt="0"/>
      <dgm:spPr/>
    </dgm:pt>
    <dgm:pt modelId="{C4CA46A8-F64D-4DB4-BAF4-09AB4AF06BBD}" type="pres">
      <dgm:prSet presAssocID="{62B75C17-FD28-4B0C-BD85-03E4C6BA2AB9}" presName="accentRepeatNode" presStyleLbl="solidFgAcc1" presStyleIdx="2" presStyleCnt="3"/>
      <dgm:spPr/>
    </dgm:pt>
  </dgm:ptLst>
  <dgm:cxnLst>
    <dgm:cxn modelId="{327DA20D-9440-4FDD-8B17-7798F9E643F6}" srcId="{C9BFFBB7-6298-4988-BCE5-B7FDFEEF11C7}" destId="{324313FC-EE31-447B-BFB9-FDBF1FC76F62}" srcOrd="0" destOrd="0" parTransId="{769D24C0-43A1-4318-8657-3001A3B5A819}" sibTransId="{842A330F-422E-4312-A5B1-93AF6179692C}"/>
    <dgm:cxn modelId="{B804651D-0CDB-4E66-BF13-28E4F2B6BDAF}" srcId="{C9BFFBB7-6298-4988-BCE5-B7FDFEEF11C7}" destId="{F45EB065-96FC-4B24-8818-C3BED73E3B75}" srcOrd="1" destOrd="0" parTransId="{F1D18B3D-F166-4AC1-87CE-ABA29EC8910F}" sibTransId="{73A676AF-9196-40BB-B4CA-3205999BBB69}"/>
    <dgm:cxn modelId="{175DDB65-8167-45DF-BDCF-820E64B19859}" type="presOf" srcId="{324313FC-EE31-447B-BFB9-FDBF1FC76F62}" destId="{E91C2FA7-4BA6-4A46-A5F4-30E4963C74EA}" srcOrd="0" destOrd="0" presId="urn:microsoft.com/office/officeart/2008/layout/VerticalCurvedList"/>
    <dgm:cxn modelId="{30656E91-E218-49B2-9784-B5FF2C831FC1}" type="presOf" srcId="{842A330F-422E-4312-A5B1-93AF6179692C}" destId="{6CE9453A-20C8-45AB-B27F-8A82A3A69F1E}" srcOrd="0" destOrd="0" presId="urn:microsoft.com/office/officeart/2008/layout/VerticalCurvedList"/>
    <dgm:cxn modelId="{478613BA-62B4-4F95-A8A8-2E2C68BCC9B0}" srcId="{C9BFFBB7-6298-4988-BCE5-B7FDFEEF11C7}" destId="{62B75C17-FD28-4B0C-BD85-03E4C6BA2AB9}" srcOrd="2" destOrd="0" parTransId="{A203DC60-B854-4F31-8F1D-A8440EE80D45}" sibTransId="{FC93CCFB-027E-4DCD-837F-BA351E2E008A}"/>
    <dgm:cxn modelId="{B14AD4C0-0998-4AD0-A4CD-724B37834E63}" type="presOf" srcId="{62B75C17-FD28-4B0C-BD85-03E4C6BA2AB9}" destId="{315DA7C2-A971-4298-8D3A-9DE2CEA90943}" srcOrd="0" destOrd="0" presId="urn:microsoft.com/office/officeart/2008/layout/VerticalCurvedList"/>
    <dgm:cxn modelId="{4F2018E7-8FE4-40DC-A82E-CBE04D4D437B}" type="presOf" srcId="{F45EB065-96FC-4B24-8818-C3BED73E3B75}" destId="{F6791E5D-B21F-474D-8105-D0F8784C13C4}" srcOrd="0" destOrd="0" presId="urn:microsoft.com/office/officeart/2008/layout/VerticalCurvedList"/>
    <dgm:cxn modelId="{599E2DF8-6290-448C-A9D1-C5142A11FEED}" type="presOf" srcId="{C9BFFBB7-6298-4988-BCE5-B7FDFEEF11C7}" destId="{91ED63D9-9ADD-4A51-9921-080EB22E2483}" srcOrd="0" destOrd="0" presId="urn:microsoft.com/office/officeart/2008/layout/VerticalCurvedList"/>
    <dgm:cxn modelId="{D5132410-3CD3-4C50-B779-1093E02331C6}" type="presParOf" srcId="{91ED63D9-9ADD-4A51-9921-080EB22E2483}" destId="{530C6C8D-163C-415E-A913-659B3BC2861D}" srcOrd="0" destOrd="0" presId="urn:microsoft.com/office/officeart/2008/layout/VerticalCurvedList"/>
    <dgm:cxn modelId="{AB4B223B-CF80-4D73-851C-DC306ABD57DD}" type="presParOf" srcId="{530C6C8D-163C-415E-A913-659B3BC2861D}" destId="{6A9F98AE-874D-480E-98E7-2399D6E485A7}" srcOrd="0" destOrd="0" presId="urn:microsoft.com/office/officeart/2008/layout/VerticalCurvedList"/>
    <dgm:cxn modelId="{EEEC67B3-F663-4408-B89A-7B29B6213DB7}" type="presParOf" srcId="{6A9F98AE-874D-480E-98E7-2399D6E485A7}" destId="{338C41FE-257F-41DA-8F9F-EB7E380986FB}" srcOrd="0" destOrd="0" presId="urn:microsoft.com/office/officeart/2008/layout/VerticalCurvedList"/>
    <dgm:cxn modelId="{EA4D74BC-D539-4ED8-B45D-089B921B00F5}" type="presParOf" srcId="{6A9F98AE-874D-480E-98E7-2399D6E485A7}" destId="{6CE9453A-20C8-45AB-B27F-8A82A3A69F1E}" srcOrd="1" destOrd="0" presId="urn:microsoft.com/office/officeart/2008/layout/VerticalCurvedList"/>
    <dgm:cxn modelId="{9518BDCC-8220-4BFA-A976-DE41A5805AD4}" type="presParOf" srcId="{6A9F98AE-874D-480E-98E7-2399D6E485A7}" destId="{63AB0E73-CB1B-4782-B182-CDE1066605A4}" srcOrd="2" destOrd="0" presId="urn:microsoft.com/office/officeart/2008/layout/VerticalCurvedList"/>
    <dgm:cxn modelId="{3A8FD875-2D7E-43A8-8187-C397E727905C}" type="presParOf" srcId="{6A9F98AE-874D-480E-98E7-2399D6E485A7}" destId="{7F9584D3-C678-444F-A06E-95656EA81566}" srcOrd="3" destOrd="0" presId="urn:microsoft.com/office/officeart/2008/layout/VerticalCurvedList"/>
    <dgm:cxn modelId="{2F69C6B2-2D85-4A24-B6B9-FE32F7030E08}" type="presParOf" srcId="{530C6C8D-163C-415E-A913-659B3BC2861D}" destId="{E91C2FA7-4BA6-4A46-A5F4-30E4963C74EA}" srcOrd="1" destOrd="0" presId="urn:microsoft.com/office/officeart/2008/layout/VerticalCurvedList"/>
    <dgm:cxn modelId="{D7409200-607E-482D-A879-FDBD0B6C8133}" type="presParOf" srcId="{530C6C8D-163C-415E-A913-659B3BC2861D}" destId="{14B219CD-F5DE-4FF2-8538-93732C8F5A89}" srcOrd="2" destOrd="0" presId="urn:microsoft.com/office/officeart/2008/layout/VerticalCurvedList"/>
    <dgm:cxn modelId="{E7F601F2-0FD5-4FE6-91D6-16D22C6E4340}" type="presParOf" srcId="{14B219CD-F5DE-4FF2-8538-93732C8F5A89}" destId="{2007B316-C247-4DD2-A1B2-569CBC6A86D7}" srcOrd="0" destOrd="0" presId="urn:microsoft.com/office/officeart/2008/layout/VerticalCurvedList"/>
    <dgm:cxn modelId="{696628CD-1954-4998-B9F5-F782FACFC032}" type="presParOf" srcId="{530C6C8D-163C-415E-A913-659B3BC2861D}" destId="{F6791E5D-B21F-474D-8105-D0F8784C13C4}" srcOrd="3" destOrd="0" presId="urn:microsoft.com/office/officeart/2008/layout/VerticalCurvedList"/>
    <dgm:cxn modelId="{CD30BB39-4BA0-46FF-AF25-31CE3D877435}" type="presParOf" srcId="{530C6C8D-163C-415E-A913-659B3BC2861D}" destId="{6F0F89D5-0718-4B9A-AD3F-D6DA6B18255B}" srcOrd="4" destOrd="0" presId="urn:microsoft.com/office/officeart/2008/layout/VerticalCurvedList"/>
    <dgm:cxn modelId="{419AECB1-9E80-448F-AD13-9A7A743D769C}" type="presParOf" srcId="{6F0F89D5-0718-4B9A-AD3F-D6DA6B18255B}" destId="{06BC40B4-CF4D-4E1F-9CD8-4D3BB2E4984E}" srcOrd="0" destOrd="0" presId="urn:microsoft.com/office/officeart/2008/layout/VerticalCurvedList"/>
    <dgm:cxn modelId="{B8D6DA11-5EBE-42D8-8E16-3656B722E028}" type="presParOf" srcId="{530C6C8D-163C-415E-A913-659B3BC2861D}" destId="{315DA7C2-A971-4298-8D3A-9DE2CEA90943}" srcOrd="5" destOrd="0" presId="urn:microsoft.com/office/officeart/2008/layout/VerticalCurvedList"/>
    <dgm:cxn modelId="{63401AA0-6E73-4B9B-9148-AF881B0D95B3}" type="presParOf" srcId="{530C6C8D-163C-415E-A913-659B3BC2861D}" destId="{A36E1558-095D-4317-9573-440C75297CFE}" srcOrd="6" destOrd="0" presId="urn:microsoft.com/office/officeart/2008/layout/VerticalCurvedList"/>
    <dgm:cxn modelId="{2A2989A8-CD4D-4351-A7E6-23654C79178E}" type="presParOf" srcId="{A36E1558-095D-4317-9573-440C75297CFE}" destId="{C4CA46A8-F64D-4DB4-BAF4-09AB4AF06BB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F46E38CE-466D-4031-BE68-10AA7A59845D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3368BCF8-7E2A-49A1-B7F0-2F889FD96EF9}">
      <dgm:prSet phldrT="[Testo]"/>
      <dgm:spPr/>
      <dgm:t>
        <a:bodyPr/>
        <a:lstStyle/>
        <a:p>
          <a:r>
            <a:rPr lang="it-IT" dirty="0" err="1"/>
            <a:t>Adding</a:t>
          </a:r>
          <a:r>
            <a:rPr lang="it-IT" dirty="0"/>
            <a:t> features to the </a:t>
          </a:r>
          <a:r>
            <a:rPr lang="it-IT" dirty="0" err="1"/>
            <a:t>classifier</a:t>
          </a:r>
          <a:endParaRPr lang="it-IT" dirty="0"/>
        </a:p>
      </dgm:t>
    </dgm:pt>
    <dgm:pt modelId="{3C85C79B-72C3-4AAB-A538-D8C0198A8E91}" type="parTrans" cxnId="{EDA2CEC2-45F5-4D5E-9858-BFEB9C13FF20}">
      <dgm:prSet/>
      <dgm:spPr/>
      <dgm:t>
        <a:bodyPr/>
        <a:lstStyle/>
        <a:p>
          <a:endParaRPr lang="it-IT"/>
        </a:p>
      </dgm:t>
    </dgm:pt>
    <dgm:pt modelId="{2A7DC8AB-5479-40FA-BA03-AAD0699BDCBA}" type="sibTrans" cxnId="{EDA2CEC2-45F5-4D5E-9858-BFEB9C13FF20}">
      <dgm:prSet/>
      <dgm:spPr/>
      <dgm:t>
        <a:bodyPr/>
        <a:lstStyle/>
        <a:p>
          <a:endParaRPr lang="it-IT"/>
        </a:p>
      </dgm:t>
    </dgm:pt>
    <dgm:pt modelId="{653C8763-77AB-4AFE-93F3-895FC9473C1C}">
      <dgm:prSet phldrT="[Testo]"/>
      <dgm:spPr/>
      <dgm:t>
        <a:bodyPr/>
        <a:lstStyle/>
        <a:p>
          <a:r>
            <a:rPr lang="en-US"/>
            <a:t>Enhancing the complexity of a knowledge base can lead to improved performance of a classifier.</a:t>
          </a:r>
          <a:endParaRPr lang="it-IT" dirty="0"/>
        </a:p>
      </dgm:t>
    </dgm:pt>
    <dgm:pt modelId="{B6C00B0C-6B3A-40B3-BFE9-3A2296936924}" type="parTrans" cxnId="{4F3F19E5-5803-4732-A82D-CFCB0EABD97B}">
      <dgm:prSet/>
      <dgm:spPr/>
      <dgm:t>
        <a:bodyPr/>
        <a:lstStyle/>
        <a:p>
          <a:endParaRPr lang="it-IT"/>
        </a:p>
      </dgm:t>
    </dgm:pt>
    <dgm:pt modelId="{703BAC33-9388-4117-8005-619296529576}" type="sibTrans" cxnId="{4F3F19E5-5803-4732-A82D-CFCB0EABD97B}">
      <dgm:prSet/>
      <dgm:spPr/>
      <dgm:t>
        <a:bodyPr/>
        <a:lstStyle/>
        <a:p>
          <a:endParaRPr lang="it-IT"/>
        </a:p>
      </dgm:t>
    </dgm:pt>
    <dgm:pt modelId="{A65E2AFF-0934-49BD-9335-AA9583950C0E}">
      <dgm:prSet phldrT="[Testo]"/>
      <dgm:spPr/>
      <dgm:t>
        <a:bodyPr/>
        <a:lstStyle/>
        <a:p>
          <a:r>
            <a:rPr lang="en-US" dirty="0"/>
            <a:t>Creation of customized insurance packages for the customer</a:t>
          </a:r>
          <a:endParaRPr lang="it-IT" dirty="0"/>
        </a:p>
      </dgm:t>
    </dgm:pt>
    <dgm:pt modelId="{E9057A6C-73BE-49E3-81D7-2D55CFDD4A92}" type="parTrans" cxnId="{5FDF5794-23A9-43E0-90A6-C449379DC8D1}">
      <dgm:prSet/>
      <dgm:spPr/>
      <dgm:t>
        <a:bodyPr/>
        <a:lstStyle/>
        <a:p>
          <a:endParaRPr lang="it-IT"/>
        </a:p>
      </dgm:t>
    </dgm:pt>
    <dgm:pt modelId="{4A08D0E3-8D1D-4BC8-A881-CB3A435C3D1B}" type="sibTrans" cxnId="{5FDF5794-23A9-43E0-90A6-C449379DC8D1}">
      <dgm:prSet/>
      <dgm:spPr/>
      <dgm:t>
        <a:bodyPr/>
        <a:lstStyle/>
        <a:p>
          <a:endParaRPr lang="it-IT"/>
        </a:p>
      </dgm:t>
    </dgm:pt>
    <dgm:pt modelId="{54B543B7-4E95-41E0-84AC-881A004CB57E}" type="pres">
      <dgm:prSet presAssocID="{F46E38CE-466D-4031-BE68-10AA7A59845D}" presName="Name0" presStyleCnt="0">
        <dgm:presLayoutVars>
          <dgm:chMax val="7"/>
          <dgm:chPref val="7"/>
          <dgm:dir/>
        </dgm:presLayoutVars>
      </dgm:prSet>
      <dgm:spPr/>
    </dgm:pt>
    <dgm:pt modelId="{B8A0C851-529E-4C3E-9EA6-9E910B4C378E}" type="pres">
      <dgm:prSet presAssocID="{F46E38CE-466D-4031-BE68-10AA7A59845D}" presName="Name1" presStyleCnt="0"/>
      <dgm:spPr/>
    </dgm:pt>
    <dgm:pt modelId="{DCE6FB39-1B08-4CB8-9EDE-24A5DD91C7F2}" type="pres">
      <dgm:prSet presAssocID="{F46E38CE-466D-4031-BE68-10AA7A59845D}" presName="cycle" presStyleCnt="0"/>
      <dgm:spPr/>
    </dgm:pt>
    <dgm:pt modelId="{70561E73-7FB0-4F3C-9C23-1277BB0CB140}" type="pres">
      <dgm:prSet presAssocID="{F46E38CE-466D-4031-BE68-10AA7A59845D}" presName="srcNode" presStyleLbl="node1" presStyleIdx="0" presStyleCnt="3"/>
      <dgm:spPr/>
    </dgm:pt>
    <dgm:pt modelId="{E1DD155D-E13D-44FF-A576-DC6C648F39B2}" type="pres">
      <dgm:prSet presAssocID="{F46E38CE-466D-4031-BE68-10AA7A59845D}" presName="conn" presStyleLbl="parChTrans1D2" presStyleIdx="0" presStyleCnt="1"/>
      <dgm:spPr/>
    </dgm:pt>
    <dgm:pt modelId="{FD7820F3-2B9C-4420-B618-DEFEF8BB17EA}" type="pres">
      <dgm:prSet presAssocID="{F46E38CE-466D-4031-BE68-10AA7A59845D}" presName="extraNode" presStyleLbl="node1" presStyleIdx="0" presStyleCnt="3"/>
      <dgm:spPr/>
    </dgm:pt>
    <dgm:pt modelId="{0D30EBF3-EEA7-4876-B84F-822F68083411}" type="pres">
      <dgm:prSet presAssocID="{F46E38CE-466D-4031-BE68-10AA7A59845D}" presName="dstNode" presStyleLbl="node1" presStyleIdx="0" presStyleCnt="3"/>
      <dgm:spPr/>
    </dgm:pt>
    <dgm:pt modelId="{B68870C8-DA87-427F-8EFD-8EA401A86720}" type="pres">
      <dgm:prSet presAssocID="{3368BCF8-7E2A-49A1-B7F0-2F889FD96EF9}" presName="text_1" presStyleLbl="node1" presStyleIdx="0" presStyleCnt="3">
        <dgm:presLayoutVars>
          <dgm:bulletEnabled val="1"/>
        </dgm:presLayoutVars>
      </dgm:prSet>
      <dgm:spPr/>
    </dgm:pt>
    <dgm:pt modelId="{D8D72DD8-B96D-4F4B-AEB8-630736C4C642}" type="pres">
      <dgm:prSet presAssocID="{3368BCF8-7E2A-49A1-B7F0-2F889FD96EF9}" presName="accent_1" presStyleCnt="0"/>
      <dgm:spPr/>
    </dgm:pt>
    <dgm:pt modelId="{CF82CF4D-49E3-443D-A82F-0F8B02614711}" type="pres">
      <dgm:prSet presAssocID="{3368BCF8-7E2A-49A1-B7F0-2F889FD96EF9}" presName="accentRepeatNode" presStyleLbl="solidFgAcc1" presStyleIdx="0" presStyleCnt="3"/>
      <dgm:spPr/>
    </dgm:pt>
    <dgm:pt modelId="{09FD4848-E0A3-4492-B832-4F24859EF419}" type="pres">
      <dgm:prSet presAssocID="{653C8763-77AB-4AFE-93F3-895FC9473C1C}" presName="text_2" presStyleLbl="node1" presStyleIdx="1" presStyleCnt="3">
        <dgm:presLayoutVars>
          <dgm:bulletEnabled val="1"/>
        </dgm:presLayoutVars>
      </dgm:prSet>
      <dgm:spPr/>
    </dgm:pt>
    <dgm:pt modelId="{E49EE40A-F0BF-408E-B749-6B7F7711E03A}" type="pres">
      <dgm:prSet presAssocID="{653C8763-77AB-4AFE-93F3-895FC9473C1C}" presName="accent_2" presStyleCnt="0"/>
      <dgm:spPr/>
    </dgm:pt>
    <dgm:pt modelId="{519F306C-B026-4F83-85C3-0C52D9210CB7}" type="pres">
      <dgm:prSet presAssocID="{653C8763-77AB-4AFE-93F3-895FC9473C1C}" presName="accentRepeatNode" presStyleLbl="solidFgAcc1" presStyleIdx="1" presStyleCnt="3"/>
      <dgm:spPr/>
    </dgm:pt>
    <dgm:pt modelId="{D59D3B9E-FE1D-4C92-90D5-CCEB77D47C66}" type="pres">
      <dgm:prSet presAssocID="{A65E2AFF-0934-49BD-9335-AA9583950C0E}" presName="text_3" presStyleLbl="node1" presStyleIdx="2" presStyleCnt="3">
        <dgm:presLayoutVars>
          <dgm:bulletEnabled val="1"/>
        </dgm:presLayoutVars>
      </dgm:prSet>
      <dgm:spPr/>
    </dgm:pt>
    <dgm:pt modelId="{E833F4D2-C6B1-4646-B35C-7290391A1112}" type="pres">
      <dgm:prSet presAssocID="{A65E2AFF-0934-49BD-9335-AA9583950C0E}" presName="accent_3" presStyleCnt="0"/>
      <dgm:spPr/>
    </dgm:pt>
    <dgm:pt modelId="{F940D077-B3CF-499C-8BD1-88E423BB0947}" type="pres">
      <dgm:prSet presAssocID="{A65E2AFF-0934-49BD-9335-AA9583950C0E}" presName="accentRepeatNode" presStyleLbl="solidFgAcc1" presStyleIdx="2" presStyleCnt="3"/>
      <dgm:spPr/>
    </dgm:pt>
  </dgm:ptLst>
  <dgm:cxnLst>
    <dgm:cxn modelId="{197BD713-F5C3-4781-8D51-9CF200A20D40}" type="presOf" srcId="{2A7DC8AB-5479-40FA-BA03-AAD0699BDCBA}" destId="{E1DD155D-E13D-44FF-A576-DC6C648F39B2}" srcOrd="0" destOrd="0" presId="urn:microsoft.com/office/officeart/2008/layout/VerticalCurvedList"/>
    <dgm:cxn modelId="{40778541-749F-4222-BC46-7230812CD58D}" type="presOf" srcId="{653C8763-77AB-4AFE-93F3-895FC9473C1C}" destId="{09FD4848-E0A3-4492-B832-4F24859EF419}" srcOrd="0" destOrd="0" presId="urn:microsoft.com/office/officeart/2008/layout/VerticalCurvedList"/>
    <dgm:cxn modelId="{C59FBD4E-5860-4C28-BD21-8C43E8F62278}" type="presOf" srcId="{F46E38CE-466D-4031-BE68-10AA7A59845D}" destId="{54B543B7-4E95-41E0-84AC-881A004CB57E}" srcOrd="0" destOrd="0" presId="urn:microsoft.com/office/officeart/2008/layout/VerticalCurvedList"/>
    <dgm:cxn modelId="{5620F27F-1530-4537-B058-00E95FA226BA}" type="presOf" srcId="{3368BCF8-7E2A-49A1-B7F0-2F889FD96EF9}" destId="{B68870C8-DA87-427F-8EFD-8EA401A86720}" srcOrd="0" destOrd="0" presId="urn:microsoft.com/office/officeart/2008/layout/VerticalCurvedList"/>
    <dgm:cxn modelId="{5FDF5794-23A9-43E0-90A6-C449379DC8D1}" srcId="{F46E38CE-466D-4031-BE68-10AA7A59845D}" destId="{A65E2AFF-0934-49BD-9335-AA9583950C0E}" srcOrd="2" destOrd="0" parTransId="{E9057A6C-73BE-49E3-81D7-2D55CFDD4A92}" sibTransId="{4A08D0E3-8D1D-4BC8-A881-CB3A435C3D1B}"/>
    <dgm:cxn modelId="{9AC5A997-EEE2-4826-BD49-3EDA43397DD3}" type="presOf" srcId="{A65E2AFF-0934-49BD-9335-AA9583950C0E}" destId="{D59D3B9E-FE1D-4C92-90D5-CCEB77D47C66}" srcOrd="0" destOrd="0" presId="urn:microsoft.com/office/officeart/2008/layout/VerticalCurvedList"/>
    <dgm:cxn modelId="{EDA2CEC2-45F5-4D5E-9858-BFEB9C13FF20}" srcId="{F46E38CE-466D-4031-BE68-10AA7A59845D}" destId="{3368BCF8-7E2A-49A1-B7F0-2F889FD96EF9}" srcOrd="0" destOrd="0" parTransId="{3C85C79B-72C3-4AAB-A538-D8C0198A8E91}" sibTransId="{2A7DC8AB-5479-40FA-BA03-AAD0699BDCBA}"/>
    <dgm:cxn modelId="{4F3F19E5-5803-4732-A82D-CFCB0EABD97B}" srcId="{F46E38CE-466D-4031-BE68-10AA7A59845D}" destId="{653C8763-77AB-4AFE-93F3-895FC9473C1C}" srcOrd="1" destOrd="0" parTransId="{B6C00B0C-6B3A-40B3-BFE9-3A2296936924}" sibTransId="{703BAC33-9388-4117-8005-619296529576}"/>
    <dgm:cxn modelId="{93869DC0-9DFD-4325-A38F-602FD8CC2B83}" type="presParOf" srcId="{54B543B7-4E95-41E0-84AC-881A004CB57E}" destId="{B8A0C851-529E-4C3E-9EA6-9E910B4C378E}" srcOrd="0" destOrd="0" presId="urn:microsoft.com/office/officeart/2008/layout/VerticalCurvedList"/>
    <dgm:cxn modelId="{DFD3007B-EFAA-4F8B-AA97-B44633B50BF8}" type="presParOf" srcId="{B8A0C851-529E-4C3E-9EA6-9E910B4C378E}" destId="{DCE6FB39-1B08-4CB8-9EDE-24A5DD91C7F2}" srcOrd="0" destOrd="0" presId="urn:microsoft.com/office/officeart/2008/layout/VerticalCurvedList"/>
    <dgm:cxn modelId="{8C0540FA-9FBA-4899-87A1-37FB04690BD8}" type="presParOf" srcId="{DCE6FB39-1B08-4CB8-9EDE-24A5DD91C7F2}" destId="{70561E73-7FB0-4F3C-9C23-1277BB0CB140}" srcOrd="0" destOrd="0" presId="urn:microsoft.com/office/officeart/2008/layout/VerticalCurvedList"/>
    <dgm:cxn modelId="{FE034813-DECE-41DB-9D49-FEEBC4950C91}" type="presParOf" srcId="{DCE6FB39-1B08-4CB8-9EDE-24A5DD91C7F2}" destId="{E1DD155D-E13D-44FF-A576-DC6C648F39B2}" srcOrd="1" destOrd="0" presId="urn:microsoft.com/office/officeart/2008/layout/VerticalCurvedList"/>
    <dgm:cxn modelId="{4C668830-30E6-43AD-9025-57BA3954E51A}" type="presParOf" srcId="{DCE6FB39-1B08-4CB8-9EDE-24A5DD91C7F2}" destId="{FD7820F3-2B9C-4420-B618-DEFEF8BB17EA}" srcOrd="2" destOrd="0" presId="urn:microsoft.com/office/officeart/2008/layout/VerticalCurvedList"/>
    <dgm:cxn modelId="{EC46CE5D-8064-4865-91F2-B07D15C506E3}" type="presParOf" srcId="{DCE6FB39-1B08-4CB8-9EDE-24A5DD91C7F2}" destId="{0D30EBF3-EEA7-4876-B84F-822F68083411}" srcOrd="3" destOrd="0" presId="urn:microsoft.com/office/officeart/2008/layout/VerticalCurvedList"/>
    <dgm:cxn modelId="{A1E6A845-730D-4C5C-90EF-B49A01598835}" type="presParOf" srcId="{B8A0C851-529E-4C3E-9EA6-9E910B4C378E}" destId="{B68870C8-DA87-427F-8EFD-8EA401A86720}" srcOrd="1" destOrd="0" presId="urn:microsoft.com/office/officeart/2008/layout/VerticalCurvedList"/>
    <dgm:cxn modelId="{9A582DDC-F79F-4D5E-B324-B5E62959AA0B}" type="presParOf" srcId="{B8A0C851-529E-4C3E-9EA6-9E910B4C378E}" destId="{D8D72DD8-B96D-4F4B-AEB8-630736C4C642}" srcOrd="2" destOrd="0" presId="urn:microsoft.com/office/officeart/2008/layout/VerticalCurvedList"/>
    <dgm:cxn modelId="{CF1DACE4-0898-4ACC-8688-707FF9BDA248}" type="presParOf" srcId="{D8D72DD8-B96D-4F4B-AEB8-630736C4C642}" destId="{CF82CF4D-49E3-443D-A82F-0F8B02614711}" srcOrd="0" destOrd="0" presId="urn:microsoft.com/office/officeart/2008/layout/VerticalCurvedList"/>
    <dgm:cxn modelId="{F3B3439E-6F7F-453C-8D33-B56DD8839A47}" type="presParOf" srcId="{B8A0C851-529E-4C3E-9EA6-9E910B4C378E}" destId="{09FD4848-E0A3-4492-B832-4F24859EF419}" srcOrd="3" destOrd="0" presId="urn:microsoft.com/office/officeart/2008/layout/VerticalCurvedList"/>
    <dgm:cxn modelId="{4F5D33F0-73E1-4B08-B8DA-202B18FA5163}" type="presParOf" srcId="{B8A0C851-529E-4C3E-9EA6-9E910B4C378E}" destId="{E49EE40A-F0BF-408E-B749-6B7F7711E03A}" srcOrd="4" destOrd="0" presId="urn:microsoft.com/office/officeart/2008/layout/VerticalCurvedList"/>
    <dgm:cxn modelId="{9A9C1AC6-DCE4-4F3A-B3CB-AA6B81E78B24}" type="presParOf" srcId="{E49EE40A-F0BF-408E-B749-6B7F7711E03A}" destId="{519F306C-B026-4F83-85C3-0C52D9210CB7}" srcOrd="0" destOrd="0" presId="urn:microsoft.com/office/officeart/2008/layout/VerticalCurvedList"/>
    <dgm:cxn modelId="{6B7F92B4-7F11-4B5C-B6CB-2453EDE1B42C}" type="presParOf" srcId="{B8A0C851-529E-4C3E-9EA6-9E910B4C378E}" destId="{D59D3B9E-FE1D-4C92-90D5-CCEB77D47C66}" srcOrd="5" destOrd="0" presId="urn:microsoft.com/office/officeart/2008/layout/VerticalCurvedList"/>
    <dgm:cxn modelId="{F47FD433-CA43-41E5-904A-612B251205F4}" type="presParOf" srcId="{B8A0C851-529E-4C3E-9EA6-9E910B4C378E}" destId="{E833F4D2-C6B1-4646-B35C-7290391A1112}" srcOrd="6" destOrd="0" presId="urn:microsoft.com/office/officeart/2008/layout/VerticalCurvedList"/>
    <dgm:cxn modelId="{D6B19D00-7D27-4594-9D6D-69282D7E48EE}" type="presParOf" srcId="{E833F4D2-C6B1-4646-B35C-7290391A1112}" destId="{F940D077-B3CF-499C-8BD1-88E423BB094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EC5C4468-283E-48BD-B086-5EFFF8176703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3E8A43F9-C588-4BEC-8CD5-7E6434CAFBE2}">
      <dgm:prSet phldrT="[Testo]" custT="1"/>
      <dgm:spPr/>
      <dgm:t>
        <a:bodyPr/>
        <a:lstStyle/>
        <a:p>
          <a:r>
            <a:rPr lang="it-IT" sz="3600" b="0" dirty="0"/>
            <a:t>Do</a:t>
          </a:r>
        </a:p>
      </dgm:t>
    </dgm:pt>
    <dgm:pt modelId="{0C618C38-659F-477B-80E3-C84120E82FC3}" type="parTrans" cxnId="{AFA6BDA8-33A7-468A-BC6B-420D315B9A71}">
      <dgm:prSet/>
      <dgm:spPr/>
      <dgm:t>
        <a:bodyPr/>
        <a:lstStyle/>
        <a:p>
          <a:endParaRPr lang="it-IT" sz="3600" b="0"/>
        </a:p>
      </dgm:t>
    </dgm:pt>
    <dgm:pt modelId="{AF694FC6-1EA1-4FF9-875B-44F4C391C285}" type="sibTrans" cxnId="{AFA6BDA8-33A7-468A-BC6B-420D315B9A71}">
      <dgm:prSet/>
      <dgm:spPr/>
      <dgm:t>
        <a:bodyPr/>
        <a:lstStyle/>
        <a:p>
          <a:endParaRPr lang="it-IT" sz="3600" b="0"/>
        </a:p>
      </dgm:t>
    </dgm:pt>
    <dgm:pt modelId="{F5F749BB-B3CD-4ED0-88CE-64C0F19B83F3}">
      <dgm:prSet phldrT="[Testo]" custT="1"/>
      <dgm:spPr/>
      <dgm:t>
        <a:bodyPr/>
        <a:lstStyle/>
        <a:p>
          <a:r>
            <a:rPr lang="it-IT" sz="3600" b="0" dirty="0" err="1"/>
            <a:t>you</a:t>
          </a:r>
          <a:endParaRPr lang="it-IT" sz="3600" b="0" dirty="0"/>
        </a:p>
      </dgm:t>
    </dgm:pt>
    <dgm:pt modelId="{41A800F2-8982-4F11-92AC-A0D47A87FB7C}" type="parTrans" cxnId="{664249CA-D129-42BC-AB2F-F197219C0F45}">
      <dgm:prSet/>
      <dgm:spPr/>
      <dgm:t>
        <a:bodyPr/>
        <a:lstStyle/>
        <a:p>
          <a:endParaRPr lang="it-IT" sz="3600" b="0"/>
        </a:p>
      </dgm:t>
    </dgm:pt>
    <dgm:pt modelId="{949E542F-D0CC-4365-8D1D-A7DDB4FE6C85}" type="sibTrans" cxnId="{664249CA-D129-42BC-AB2F-F197219C0F45}">
      <dgm:prSet/>
      <dgm:spPr/>
      <dgm:t>
        <a:bodyPr/>
        <a:lstStyle/>
        <a:p>
          <a:endParaRPr lang="it-IT" sz="3600" b="0"/>
        </a:p>
      </dgm:t>
    </dgm:pt>
    <dgm:pt modelId="{C3A5922E-29DC-444E-B14E-B5512FD949DA}">
      <dgm:prSet phldrT="[Testo]" custT="1"/>
      <dgm:spPr/>
      <dgm:t>
        <a:bodyPr/>
        <a:lstStyle/>
        <a:p>
          <a:r>
            <a:rPr lang="it-IT" sz="3600" b="0" dirty="0" err="1"/>
            <a:t>have</a:t>
          </a:r>
          <a:endParaRPr lang="it-IT" sz="3600" b="0" dirty="0"/>
        </a:p>
      </dgm:t>
    </dgm:pt>
    <dgm:pt modelId="{0604EE70-06FE-4808-8C20-CC8094250461}" type="parTrans" cxnId="{82F699CA-12E0-41C3-8CC8-08DFAF32A5C6}">
      <dgm:prSet/>
      <dgm:spPr/>
      <dgm:t>
        <a:bodyPr/>
        <a:lstStyle/>
        <a:p>
          <a:endParaRPr lang="it-IT" sz="3600" b="0"/>
        </a:p>
      </dgm:t>
    </dgm:pt>
    <dgm:pt modelId="{06BEFFA3-9E09-45AD-ADD5-C152772EDC18}" type="sibTrans" cxnId="{82F699CA-12E0-41C3-8CC8-08DFAF32A5C6}">
      <dgm:prSet/>
      <dgm:spPr/>
      <dgm:t>
        <a:bodyPr/>
        <a:lstStyle/>
        <a:p>
          <a:endParaRPr lang="it-IT" sz="3600" b="0"/>
        </a:p>
      </dgm:t>
    </dgm:pt>
    <dgm:pt modelId="{84EC43B2-39F0-45B0-809F-1D92E3A91097}">
      <dgm:prSet phldrT="[Testo]" custT="1"/>
      <dgm:spPr/>
      <dgm:t>
        <a:bodyPr/>
        <a:lstStyle/>
        <a:p>
          <a:r>
            <a:rPr lang="it-IT" sz="3600" b="0" dirty="0" err="1"/>
            <a:t>questions</a:t>
          </a:r>
          <a:endParaRPr lang="it-IT" sz="3600" b="0" dirty="0"/>
        </a:p>
      </dgm:t>
    </dgm:pt>
    <dgm:pt modelId="{E94FF669-41DF-41B8-8D1F-F0F5E9BC3260}" type="parTrans" cxnId="{FC27DCDB-7E23-4E40-9106-8F528809DD37}">
      <dgm:prSet/>
      <dgm:spPr/>
      <dgm:t>
        <a:bodyPr/>
        <a:lstStyle/>
        <a:p>
          <a:endParaRPr lang="it-IT" sz="3600" b="0"/>
        </a:p>
      </dgm:t>
    </dgm:pt>
    <dgm:pt modelId="{6E529FEC-61A4-435B-8FA5-D2A2B5E6AF44}" type="sibTrans" cxnId="{FC27DCDB-7E23-4E40-9106-8F528809DD37}">
      <dgm:prSet/>
      <dgm:spPr/>
      <dgm:t>
        <a:bodyPr/>
        <a:lstStyle/>
        <a:p>
          <a:endParaRPr lang="it-IT" sz="3600" b="0"/>
        </a:p>
      </dgm:t>
    </dgm:pt>
    <dgm:pt modelId="{0B743064-4C11-45A9-9224-8BF18C4EC8CB}">
      <dgm:prSet phldrT="[Testo]" custT="1"/>
      <dgm:spPr/>
      <dgm:t>
        <a:bodyPr/>
        <a:lstStyle/>
        <a:p>
          <a:r>
            <a:rPr lang="it-IT" sz="3600" b="0" dirty="0"/>
            <a:t>?</a:t>
          </a:r>
        </a:p>
      </dgm:t>
    </dgm:pt>
    <dgm:pt modelId="{48588F2D-5F31-45BD-8766-EF02A8937CBE}" type="parTrans" cxnId="{8C002205-44FF-4372-B663-FC9D110212D9}">
      <dgm:prSet/>
      <dgm:spPr/>
      <dgm:t>
        <a:bodyPr/>
        <a:lstStyle/>
        <a:p>
          <a:endParaRPr lang="it-IT" sz="3600" b="0"/>
        </a:p>
      </dgm:t>
    </dgm:pt>
    <dgm:pt modelId="{046E3849-A6D4-4810-851F-37C6A0AB1303}" type="sibTrans" cxnId="{8C002205-44FF-4372-B663-FC9D110212D9}">
      <dgm:prSet/>
      <dgm:spPr/>
      <dgm:t>
        <a:bodyPr/>
        <a:lstStyle/>
        <a:p>
          <a:endParaRPr lang="it-IT" sz="3600" b="0"/>
        </a:p>
      </dgm:t>
    </dgm:pt>
    <dgm:pt modelId="{F28038D0-FA11-40E8-882D-729231DCB7C2}" type="pres">
      <dgm:prSet presAssocID="{EC5C4468-283E-48BD-B086-5EFFF8176703}" presName="diagram" presStyleCnt="0">
        <dgm:presLayoutVars>
          <dgm:dir/>
          <dgm:resizeHandles val="exact"/>
        </dgm:presLayoutVars>
      </dgm:prSet>
      <dgm:spPr/>
    </dgm:pt>
    <dgm:pt modelId="{900519E7-BB26-4A6C-9388-F43FE3C878A6}" type="pres">
      <dgm:prSet presAssocID="{3E8A43F9-C588-4BEC-8CD5-7E6434CAFBE2}" presName="node" presStyleLbl="node1" presStyleIdx="0" presStyleCnt="5">
        <dgm:presLayoutVars>
          <dgm:bulletEnabled val="1"/>
        </dgm:presLayoutVars>
      </dgm:prSet>
      <dgm:spPr/>
    </dgm:pt>
    <dgm:pt modelId="{90ED99EA-30C1-44B2-8138-72646359EEAE}" type="pres">
      <dgm:prSet presAssocID="{AF694FC6-1EA1-4FF9-875B-44F4C391C285}" presName="sibTrans" presStyleCnt="0"/>
      <dgm:spPr/>
    </dgm:pt>
    <dgm:pt modelId="{194822D1-5920-4366-9FC4-B72DDD0C5DB2}" type="pres">
      <dgm:prSet presAssocID="{F5F749BB-B3CD-4ED0-88CE-64C0F19B83F3}" presName="node" presStyleLbl="node1" presStyleIdx="1" presStyleCnt="5">
        <dgm:presLayoutVars>
          <dgm:bulletEnabled val="1"/>
        </dgm:presLayoutVars>
      </dgm:prSet>
      <dgm:spPr/>
    </dgm:pt>
    <dgm:pt modelId="{9FD6A89C-D87F-4B10-AB23-B7F720C78E48}" type="pres">
      <dgm:prSet presAssocID="{949E542F-D0CC-4365-8D1D-A7DDB4FE6C85}" presName="sibTrans" presStyleCnt="0"/>
      <dgm:spPr/>
    </dgm:pt>
    <dgm:pt modelId="{DC51131C-1CA0-43A0-84BB-DE1FE056060E}" type="pres">
      <dgm:prSet presAssocID="{C3A5922E-29DC-444E-B14E-B5512FD949DA}" presName="node" presStyleLbl="node1" presStyleIdx="2" presStyleCnt="5">
        <dgm:presLayoutVars>
          <dgm:bulletEnabled val="1"/>
        </dgm:presLayoutVars>
      </dgm:prSet>
      <dgm:spPr/>
    </dgm:pt>
    <dgm:pt modelId="{A46F4D5F-BE38-4853-AB2C-D636CFF2DD02}" type="pres">
      <dgm:prSet presAssocID="{06BEFFA3-9E09-45AD-ADD5-C152772EDC18}" presName="sibTrans" presStyleCnt="0"/>
      <dgm:spPr/>
    </dgm:pt>
    <dgm:pt modelId="{FF461D57-3D21-47ED-BF34-DC35556BB629}" type="pres">
      <dgm:prSet presAssocID="{84EC43B2-39F0-45B0-809F-1D92E3A91097}" presName="node" presStyleLbl="node1" presStyleIdx="3" presStyleCnt="5">
        <dgm:presLayoutVars>
          <dgm:bulletEnabled val="1"/>
        </dgm:presLayoutVars>
      </dgm:prSet>
      <dgm:spPr/>
    </dgm:pt>
    <dgm:pt modelId="{FBC6FF1D-F6F1-49A4-8AF9-AF095F0CB082}" type="pres">
      <dgm:prSet presAssocID="{6E529FEC-61A4-435B-8FA5-D2A2B5E6AF44}" presName="sibTrans" presStyleCnt="0"/>
      <dgm:spPr/>
    </dgm:pt>
    <dgm:pt modelId="{299F3647-5D86-4ED6-8F18-FF1564ED10B5}" type="pres">
      <dgm:prSet presAssocID="{0B743064-4C11-45A9-9224-8BF18C4EC8CB}" presName="node" presStyleLbl="node1" presStyleIdx="4" presStyleCnt="5">
        <dgm:presLayoutVars>
          <dgm:bulletEnabled val="1"/>
        </dgm:presLayoutVars>
      </dgm:prSet>
      <dgm:spPr/>
    </dgm:pt>
  </dgm:ptLst>
  <dgm:cxnLst>
    <dgm:cxn modelId="{8C002205-44FF-4372-B663-FC9D110212D9}" srcId="{EC5C4468-283E-48BD-B086-5EFFF8176703}" destId="{0B743064-4C11-45A9-9224-8BF18C4EC8CB}" srcOrd="4" destOrd="0" parTransId="{48588F2D-5F31-45BD-8766-EF02A8937CBE}" sibTransId="{046E3849-A6D4-4810-851F-37C6A0AB1303}"/>
    <dgm:cxn modelId="{8FADD537-C1F8-4C22-A467-42C2A16CCCCB}" type="presOf" srcId="{C3A5922E-29DC-444E-B14E-B5512FD949DA}" destId="{DC51131C-1CA0-43A0-84BB-DE1FE056060E}" srcOrd="0" destOrd="0" presId="urn:microsoft.com/office/officeart/2005/8/layout/default"/>
    <dgm:cxn modelId="{965DA469-86E1-47D9-A841-27BD7B888E06}" type="presOf" srcId="{3E8A43F9-C588-4BEC-8CD5-7E6434CAFBE2}" destId="{900519E7-BB26-4A6C-9388-F43FE3C878A6}" srcOrd="0" destOrd="0" presId="urn:microsoft.com/office/officeart/2005/8/layout/default"/>
    <dgm:cxn modelId="{26A4EB9B-A926-4F0D-9E4A-C326B1FF8EBA}" type="presOf" srcId="{EC5C4468-283E-48BD-B086-5EFFF8176703}" destId="{F28038D0-FA11-40E8-882D-729231DCB7C2}" srcOrd="0" destOrd="0" presId="urn:microsoft.com/office/officeart/2005/8/layout/default"/>
    <dgm:cxn modelId="{AFA6BDA8-33A7-468A-BC6B-420D315B9A71}" srcId="{EC5C4468-283E-48BD-B086-5EFFF8176703}" destId="{3E8A43F9-C588-4BEC-8CD5-7E6434CAFBE2}" srcOrd="0" destOrd="0" parTransId="{0C618C38-659F-477B-80E3-C84120E82FC3}" sibTransId="{AF694FC6-1EA1-4FF9-875B-44F4C391C285}"/>
    <dgm:cxn modelId="{F02460B9-DA88-46CF-B48F-8BBF598176EE}" type="presOf" srcId="{0B743064-4C11-45A9-9224-8BF18C4EC8CB}" destId="{299F3647-5D86-4ED6-8F18-FF1564ED10B5}" srcOrd="0" destOrd="0" presId="urn:microsoft.com/office/officeart/2005/8/layout/default"/>
    <dgm:cxn modelId="{664249CA-D129-42BC-AB2F-F197219C0F45}" srcId="{EC5C4468-283E-48BD-B086-5EFFF8176703}" destId="{F5F749BB-B3CD-4ED0-88CE-64C0F19B83F3}" srcOrd="1" destOrd="0" parTransId="{41A800F2-8982-4F11-92AC-A0D47A87FB7C}" sibTransId="{949E542F-D0CC-4365-8D1D-A7DDB4FE6C85}"/>
    <dgm:cxn modelId="{82F699CA-12E0-41C3-8CC8-08DFAF32A5C6}" srcId="{EC5C4468-283E-48BD-B086-5EFFF8176703}" destId="{C3A5922E-29DC-444E-B14E-B5512FD949DA}" srcOrd="2" destOrd="0" parTransId="{0604EE70-06FE-4808-8C20-CC8094250461}" sibTransId="{06BEFFA3-9E09-45AD-ADD5-C152772EDC18}"/>
    <dgm:cxn modelId="{FC27DCDB-7E23-4E40-9106-8F528809DD37}" srcId="{EC5C4468-283E-48BD-B086-5EFFF8176703}" destId="{84EC43B2-39F0-45B0-809F-1D92E3A91097}" srcOrd="3" destOrd="0" parTransId="{E94FF669-41DF-41B8-8D1F-F0F5E9BC3260}" sibTransId="{6E529FEC-61A4-435B-8FA5-D2A2B5E6AF44}"/>
    <dgm:cxn modelId="{0C3F2EE8-4F02-4B47-A930-131D5BC44C94}" type="presOf" srcId="{84EC43B2-39F0-45B0-809F-1D92E3A91097}" destId="{FF461D57-3D21-47ED-BF34-DC35556BB629}" srcOrd="0" destOrd="0" presId="urn:microsoft.com/office/officeart/2005/8/layout/default"/>
    <dgm:cxn modelId="{FE72C4FB-9F5A-4E2C-A62B-2311C25689B2}" type="presOf" srcId="{F5F749BB-B3CD-4ED0-88CE-64C0F19B83F3}" destId="{194822D1-5920-4366-9FC4-B72DDD0C5DB2}" srcOrd="0" destOrd="0" presId="urn:microsoft.com/office/officeart/2005/8/layout/default"/>
    <dgm:cxn modelId="{07503B40-F3D2-4456-A9FC-EF4D99CB1A5A}" type="presParOf" srcId="{F28038D0-FA11-40E8-882D-729231DCB7C2}" destId="{900519E7-BB26-4A6C-9388-F43FE3C878A6}" srcOrd="0" destOrd="0" presId="urn:microsoft.com/office/officeart/2005/8/layout/default"/>
    <dgm:cxn modelId="{5FD2569B-DFC0-4F63-B847-10D7D6003F6C}" type="presParOf" srcId="{F28038D0-FA11-40E8-882D-729231DCB7C2}" destId="{90ED99EA-30C1-44B2-8138-72646359EEAE}" srcOrd="1" destOrd="0" presId="urn:microsoft.com/office/officeart/2005/8/layout/default"/>
    <dgm:cxn modelId="{F33964E4-4574-49E2-8F97-A1E5434E9BAA}" type="presParOf" srcId="{F28038D0-FA11-40E8-882D-729231DCB7C2}" destId="{194822D1-5920-4366-9FC4-B72DDD0C5DB2}" srcOrd="2" destOrd="0" presId="urn:microsoft.com/office/officeart/2005/8/layout/default"/>
    <dgm:cxn modelId="{CC2D41DF-9417-42F3-B039-03677370AB4F}" type="presParOf" srcId="{F28038D0-FA11-40E8-882D-729231DCB7C2}" destId="{9FD6A89C-D87F-4B10-AB23-B7F720C78E48}" srcOrd="3" destOrd="0" presId="urn:microsoft.com/office/officeart/2005/8/layout/default"/>
    <dgm:cxn modelId="{10E6340D-1DEA-4978-A901-4F61CA77B384}" type="presParOf" srcId="{F28038D0-FA11-40E8-882D-729231DCB7C2}" destId="{DC51131C-1CA0-43A0-84BB-DE1FE056060E}" srcOrd="4" destOrd="0" presId="urn:microsoft.com/office/officeart/2005/8/layout/default"/>
    <dgm:cxn modelId="{D6094D1A-6AD6-4BB9-9DEB-802DF138A7DA}" type="presParOf" srcId="{F28038D0-FA11-40E8-882D-729231DCB7C2}" destId="{A46F4D5F-BE38-4853-AB2C-D636CFF2DD02}" srcOrd="5" destOrd="0" presId="urn:microsoft.com/office/officeart/2005/8/layout/default"/>
    <dgm:cxn modelId="{4A169DF9-5275-4B09-8C5E-9153EFC51DAF}" type="presParOf" srcId="{F28038D0-FA11-40E8-882D-729231DCB7C2}" destId="{FF461D57-3D21-47ED-BF34-DC35556BB629}" srcOrd="6" destOrd="0" presId="urn:microsoft.com/office/officeart/2005/8/layout/default"/>
    <dgm:cxn modelId="{E710D8D5-7387-4ACD-A0BE-B093DC6A48A6}" type="presParOf" srcId="{F28038D0-FA11-40E8-882D-729231DCB7C2}" destId="{FBC6FF1D-F6F1-49A4-8AF9-AF095F0CB082}" srcOrd="7" destOrd="0" presId="urn:microsoft.com/office/officeart/2005/8/layout/default"/>
    <dgm:cxn modelId="{98EA7882-2747-441C-A98C-BEEF54D28190}" type="presParOf" srcId="{F28038D0-FA11-40E8-882D-729231DCB7C2}" destId="{299F3647-5D86-4ED6-8F18-FF1564ED10B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667831-DF2C-4AE8-A703-B41379606273}">
      <dsp:nvSpPr>
        <dsp:cNvPr id="0" name=""/>
        <dsp:cNvSpPr/>
      </dsp:nvSpPr>
      <dsp:spPr>
        <a:xfrm>
          <a:off x="-5032576" y="-771032"/>
          <a:ext cx="5993414" cy="5993414"/>
        </a:xfrm>
        <a:prstGeom prst="blockArc">
          <a:avLst>
            <a:gd name="adj1" fmla="val 18900000"/>
            <a:gd name="adj2" fmla="val 2700000"/>
            <a:gd name="adj3" fmla="val 360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8E6370-1251-451D-A401-AF0768CB644A}">
      <dsp:nvSpPr>
        <dsp:cNvPr id="0" name=""/>
        <dsp:cNvSpPr/>
      </dsp:nvSpPr>
      <dsp:spPr>
        <a:xfrm>
          <a:off x="617971" y="445135"/>
          <a:ext cx="10531648" cy="8902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65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Machine Learning </a:t>
          </a:r>
          <a:r>
            <a:rPr lang="en-US" sz="2500" i="1" kern="1200" dirty="0"/>
            <a:t>(ML)</a:t>
          </a:r>
          <a:r>
            <a:rPr lang="en-US" sz="2500" kern="1200" dirty="0"/>
            <a:t> is the part of Artificial Intelligence </a:t>
          </a:r>
          <a:r>
            <a:rPr lang="en-US" sz="2500" i="1" kern="1200" dirty="0"/>
            <a:t>(AI)</a:t>
          </a:r>
          <a:r>
            <a:rPr lang="en-US" sz="2500" kern="1200" dirty="0"/>
            <a:t> studying.</a:t>
          </a:r>
          <a:endParaRPr lang="it-IT" sz="2500" kern="1200" dirty="0"/>
        </a:p>
      </dsp:txBody>
      <dsp:txXfrm>
        <a:off x="617971" y="445135"/>
        <a:ext cx="10531648" cy="890270"/>
      </dsp:txXfrm>
    </dsp:sp>
    <dsp:sp modelId="{B8DF51E2-BCAE-42D8-A646-7C8AB1E81918}">
      <dsp:nvSpPr>
        <dsp:cNvPr id="0" name=""/>
        <dsp:cNvSpPr/>
      </dsp:nvSpPr>
      <dsp:spPr>
        <a:xfrm>
          <a:off x="61552" y="333851"/>
          <a:ext cx="1112837" cy="11128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5AA6A4-14C9-43CE-8B96-1583F0D5C1E1}">
      <dsp:nvSpPr>
        <dsp:cNvPr id="0" name=""/>
        <dsp:cNvSpPr/>
      </dsp:nvSpPr>
      <dsp:spPr>
        <a:xfrm>
          <a:off x="941584" y="1780540"/>
          <a:ext cx="10208035" cy="8902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65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How computer agents can improve their perception, knowledge, thinking, or actions based on experience or data. </a:t>
          </a:r>
          <a:endParaRPr lang="it-IT" sz="2500" kern="1200" dirty="0"/>
        </a:p>
      </dsp:txBody>
      <dsp:txXfrm>
        <a:off x="941584" y="1780540"/>
        <a:ext cx="10208035" cy="890270"/>
      </dsp:txXfrm>
    </dsp:sp>
    <dsp:sp modelId="{8CDFCA60-7714-46E2-9FD7-16777FE33DFA}">
      <dsp:nvSpPr>
        <dsp:cNvPr id="0" name=""/>
        <dsp:cNvSpPr/>
      </dsp:nvSpPr>
      <dsp:spPr>
        <a:xfrm>
          <a:off x="385166" y="1669256"/>
          <a:ext cx="1112837" cy="11128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240DA9-1114-4A5E-9300-5D0F0834C2EA}">
      <dsp:nvSpPr>
        <dsp:cNvPr id="0" name=""/>
        <dsp:cNvSpPr/>
      </dsp:nvSpPr>
      <dsp:spPr>
        <a:xfrm>
          <a:off x="617971" y="3115945"/>
          <a:ext cx="10531648" cy="8902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65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For this, ML draws from computer science, statistics, psychology, neuroscience, economics and control theory.</a:t>
          </a:r>
          <a:endParaRPr lang="it-IT" sz="2500" kern="1200" dirty="0"/>
        </a:p>
      </dsp:txBody>
      <dsp:txXfrm>
        <a:off x="617971" y="3115945"/>
        <a:ext cx="10531648" cy="890270"/>
      </dsp:txXfrm>
    </dsp:sp>
    <dsp:sp modelId="{0E68C7C2-9ADC-4E22-ABDC-74805BB0665F}">
      <dsp:nvSpPr>
        <dsp:cNvPr id="0" name=""/>
        <dsp:cNvSpPr/>
      </dsp:nvSpPr>
      <dsp:spPr>
        <a:xfrm>
          <a:off x="61552" y="3004661"/>
          <a:ext cx="1112837" cy="11128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279A1C-55EC-4D41-B319-4291EE837A81}">
      <dsp:nvSpPr>
        <dsp:cNvPr id="0" name=""/>
        <dsp:cNvSpPr/>
      </dsp:nvSpPr>
      <dsp:spPr>
        <a:xfrm>
          <a:off x="0" y="347763"/>
          <a:ext cx="11210925" cy="186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333248" rIns="8700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600" b="0" i="0" kern="1200" dirty="0"/>
            <a:t>Supervised Learning is akin to a scenario where a student learns under the guidance of a teacher.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600" b="0" i="0" kern="1200" dirty="0"/>
            <a:t>The 'teacher' here is the labeled dataset, which provides the machine with both the input and the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600" b="0" i="0" kern="1200" dirty="0"/>
            <a:t>correct output. 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600" b="0" i="0" kern="1200" dirty="0"/>
            <a:t>The goal of supervised learning algorithms is to create a mathematical model that can make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600" b="0" i="0" kern="1200" dirty="0"/>
            <a:t>predictions or decisions by learning the relationships between the given input and output.</a:t>
          </a:r>
          <a:endParaRPr lang="it-IT" sz="1600" kern="1200" dirty="0"/>
        </a:p>
      </dsp:txBody>
      <dsp:txXfrm>
        <a:off x="0" y="347763"/>
        <a:ext cx="11210925" cy="1864800"/>
      </dsp:txXfrm>
    </dsp:sp>
    <dsp:sp modelId="{6C12F6CC-0B9B-415D-8550-BFD930D15036}">
      <dsp:nvSpPr>
        <dsp:cNvPr id="0" name=""/>
        <dsp:cNvSpPr/>
      </dsp:nvSpPr>
      <dsp:spPr>
        <a:xfrm>
          <a:off x="560546" y="81515"/>
          <a:ext cx="7847647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/>
            <a:t>Supervised</a:t>
          </a:r>
          <a:endParaRPr lang="it-IT" sz="1600" kern="1200" dirty="0"/>
        </a:p>
      </dsp:txBody>
      <dsp:txXfrm>
        <a:off x="583603" y="104572"/>
        <a:ext cx="7801533" cy="426206"/>
      </dsp:txXfrm>
    </dsp:sp>
    <dsp:sp modelId="{C1673740-B392-4C17-904B-0D0A4BB965A2}">
      <dsp:nvSpPr>
        <dsp:cNvPr id="0" name=""/>
        <dsp:cNvSpPr/>
      </dsp:nvSpPr>
      <dsp:spPr>
        <a:xfrm>
          <a:off x="0" y="2505034"/>
          <a:ext cx="11210925" cy="186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333248" rIns="8700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600" b="0" i="0" kern="1200" dirty="0"/>
            <a:t>Unsupervised Learning, on the other hand, is like a student learning without direct supervision. 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600" b="0" i="0" kern="1200" dirty="0"/>
            <a:t>The algorithm is given data without explicit instructions on what to do with it. It must find structure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600" b="0" i="0" kern="1200" dirty="0"/>
            <a:t>and patterns within the dataset on its own. This form of learning is ideal for exploratory data analysis, 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600" b="0" i="0" kern="1200" dirty="0"/>
            <a:t>pattern discovery, and finding hidden structures in data.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endParaRPr lang="it-IT" sz="1600" b="0" kern="1200" dirty="0"/>
        </a:p>
      </dsp:txBody>
      <dsp:txXfrm>
        <a:off x="0" y="2505034"/>
        <a:ext cx="11210925" cy="1864800"/>
      </dsp:txXfrm>
    </dsp:sp>
    <dsp:sp modelId="{681F95BB-CB0F-4AB7-9B0F-F0369FCC3B95}">
      <dsp:nvSpPr>
        <dsp:cNvPr id="0" name=""/>
        <dsp:cNvSpPr/>
      </dsp:nvSpPr>
      <dsp:spPr>
        <a:xfrm>
          <a:off x="560546" y="2268875"/>
          <a:ext cx="7847647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/>
            <a:t>Unsupervised</a:t>
          </a:r>
          <a:endParaRPr lang="it-IT" sz="1600" kern="1200" dirty="0"/>
        </a:p>
      </dsp:txBody>
      <dsp:txXfrm>
        <a:off x="583603" y="2291932"/>
        <a:ext cx="7801533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4CD14-4ABD-4DC2-BD94-D8D33C1F4676}">
      <dsp:nvSpPr>
        <dsp:cNvPr id="0" name=""/>
        <dsp:cNvSpPr/>
      </dsp:nvSpPr>
      <dsp:spPr>
        <a:xfrm>
          <a:off x="0" y="392105"/>
          <a:ext cx="4485719" cy="519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142" tIns="249936" rIns="348142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200" kern="1200"/>
            <a:t>Data cleaning and normalization</a:t>
          </a:r>
          <a:endParaRPr lang="it-IT" sz="1200" kern="1200" dirty="0"/>
        </a:p>
      </dsp:txBody>
      <dsp:txXfrm>
        <a:off x="0" y="392105"/>
        <a:ext cx="4485719" cy="519750"/>
      </dsp:txXfrm>
    </dsp:sp>
    <dsp:sp modelId="{2F7A8BE2-DFB4-42AF-B953-A60C502FDB07}">
      <dsp:nvSpPr>
        <dsp:cNvPr id="0" name=""/>
        <dsp:cNvSpPr/>
      </dsp:nvSpPr>
      <dsp:spPr>
        <a:xfrm>
          <a:off x="224285" y="214985"/>
          <a:ext cx="3140003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685" tIns="0" rIns="11868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 err="1"/>
            <a:t>Preprocessing</a:t>
          </a:r>
          <a:endParaRPr lang="it-IT" sz="1200" kern="1200" dirty="0"/>
        </a:p>
      </dsp:txBody>
      <dsp:txXfrm>
        <a:off x="241578" y="232278"/>
        <a:ext cx="3105417" cy="319654"/>
      </dsp:txXfrm>
    </dsp:sp>
    <dsp:sp modelId="{42279A1C-55EC-4D41-B319-4291EE837A81}">
      <dsp:nvSpPr>
        <dsp:cNvPr id="0" name=""/>
        <dsp:cNvSpPr/>
      </dsp:nvSpPr>
      <dsp:spPr>
        <a:xfrm>
          <a:off x="0" y="1153775"/>
          <a:ext cx="4485719" cy="519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142" tIns="249936" rIns="348142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200" kern="1200" dirty="0"/>
            <a:t>it’s used for model training</a:t>
          </a:r>
          <a:endParaRPr lang="it-IT" sz="1200" kern="1200" dirty="0"/>
        </a:p>
      </dsp:txBody>
      <dsp:txXfrm>
        <a:off x="0" y="1153775"/>
        <a:ext cx="4485719" cy="519750"/>
      </dsp:txXfrm>
    </dsp:sp>
    <dsp:sp modelId="{6C12F6CC-0B9B-415D-8550-BFD930D15036}">
      <dsp:nvSpPr>
        <dsp:cNvPr id="0" name=""/>
        <dsp:cNvSpPr/>
      </dsp:nvSpPr>
      <dsp:spPr>
        <a:xfrm>
          <a:off x="224285" y="976655"/>
          <a:ext cx="3140003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685" tIns="0" rIns="11868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/>
            <a:t>Training</a:t>
          </a:r>
        </a:p>
      </dsp:txBody>
      <dsp:txXfrm>
        <a:off x="241578" y="993948"/>
        <a:ext cx="3105417" cy="319654"/>
      </dsp:txXfrm>
    </dsp:sp>
    <dsp:sp modelId="{1F10155D-29A3-4E55-8A57-3E2840077D34}">
      <dsp:nvSpPr>
        <dsp:cNvPr id="0" name=""/>
        <dsp:cNvSpPr/>
      </dsp:nvSpPr>
      <dsp:spPr>
        <a:xfrm>
          <a:off x="0" y="1915445"/>
          <a:ext cx="4485719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142" tIns="249936" rIns="348142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200" kern="1200" dirty="0"/>
            <a:t>It’s used for training control operations:</a:t>
          </a:r>
          <a:endParaRPr lang="it-IT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200" kern="1200" dirty="0"/>
            <a:t>Is the training going well? 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200" kern="1200" dirty="0"/>
            <a:t>Is the model still able to make good predictions on unseen data?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200" kern="1200" dirty="0"/>
            <a:t>“early stopping”</a:t>
          </a:r>
        </a:p>
      </dsp:txBody>
      <dsp:txXfrm>
        <a:off x="0" y="1915445"/>
        <a:ext cx="4485719" cy="1360800"/>
      </dsp:txXfrm>
    </dsp:sp>
    <dsp:sp modelId="{9EC55334-3AE5-4BE8-94E0-DBCB339076A1}">
      <dsp:nvSpPr>
        <dsp:cNvPr id="0" name=""/>
        <dsp:cNvSpPr/>
      </dsp:nvSpPr>
      <dsp:spPr>
        <a:xfrm>
          <a:off x="224285" y="1738325"/>
          <a:ext cx="3140003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685" tIns="0" rIns="11868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it-IT" sz="1200" kern="1200" dirty="0" err="1"/>
            <a:t>Validation</a:t>
          </a:r>
          <a:endParaRPr lang="it-IT" sz="1200" kern="1200" dirty="0"/>
        </a:p>
      </dsp:txBody>
      <dsp:txXfrm>
        <a:off x="241578" y="1755618"/>
        <a:ext cx="3105417" cy="319654"/>
      </dsp:txXfrm>
    </dsp:sp>
    <dsp:sp modelId="{AA21E59A-1879-4DCC-A72C-7BEB126D7D6F}">
      <dsp:nvSpPr>
        <dsp:cNvPr id="0" name=""/>
        <dsp:cNvSpPr/>
      </dsp:nvSpPr>
      <dsp:spPr>
        <a:xfrm>
          <a:off x="0" y="3518165"/>
          <a:ext cx="4485719" cy="718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142" tIns="249936" rIns="348142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200" kern="1200" dirty="0"/>
            <a:t>It’s used once the training phase is finished and it’s required to check the model final performances</a:t>
          </a:r>
          <a:endParaRPr lang="en-GB" sz="1200" b="0" kern="1200" dirty="0"/>
        </a:p>
      </dsp:txBody>
      <dsp:txXfrm>
        <a:off x="0" y="3518165"/>
        <a:ext cx="4485719" cy="718200"/>
      </dsp:txXfrm>
    </dsp:sp>
    <dsp:sp modelId="{CCA5CA1B-F757-4EE7-9E20-A64D2F69B362}">
      <dsp:nvSpPr>
        <dsp:cNvPr id="0" name=""/>
        <dsp:cNvSpPr/>
      </dsp:nvSpPr>
      <dsp:spPr>
        <a:xfrm>
          <a:off x="224285" y="3341044"/>
          <a:ext cx="3140003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685" tIns="0" rIns="11868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/>
            <a:t>Test</a:t>
          </a:r>
          <a:endParaRPr lang="en-GB" sz="1200" b="0" kern="1200" dirty="0"/>
        </a:p>
      </dsp:txBody>
      <dsp:txXfrm>
        <a:off x="241578" y="3358337"/>
        <a:ext cx="3105417" cy="319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A7D01-0589-4846-BA69-41E9270A68D3}">
      <dsp:nvSpPr>
        <dsp:cNvPr id="0" name=""/>
        <dsp:cNvSpPr/>
      </dsp:nvSpPr>
      <dsp:spPr>
        <a:xfrm>
          <a:off x="0" y="266287"/>
          <a:ext cx="11210925" cy="186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333248" rIns="8700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600" kern="1200" dirty="0"/>
            <a:t>For each training row you have a true </a:t>
          </a:r>
          <a:r>
            <a:rPr lang="en-US" sz="1600" b="1" kern="1200" dirty="0"/>
            <a:t>value</a:t>
          </a:r>
          <a:r>
            <a:rPr lang="en-US" sz="1600" kern="1200" dirty="0"/>
            <a:t> and a predicted one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600" kern="1200" dirty="0"/>
            <a:t>You can easily calculate the error made for each prediction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600" kern="1200"/>
            <a:t>Possible metrics:</a:t>
          </a:r>
          <a:endParaRPr lang="it-IT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600" b="0" kern="1200" dirty="0"/>
            <a:t>Root Mean Squared Error </a:t>
          </a:r>
          <a:r>
            <a:rPr lang="en-US" sz="1600" b="0" i="1" kern="1200" dirty="0"/>
            <a:t>– RMSE</a:t>
          </a:r>
          <a:endParaRPr lang="en-US" sz="1600" b="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600" kern="1200" dirty="0"/>
            <a:t>Mean Absolute Error – </a:t>
          </a:r>
          <a:r>
            <a:rPr lang="en-US" sz="1600" i="1" kern="1200" dirty="0"/>
            <a:t>MAE</a:t>
          </a:r>
          <a:endParaRPr lang="en-US" sz="1600" b="0" kern="1200" dirty="0"/>
        </a:p>
      </dsp:txBody>
      <dsp:txXfrm>
        <a:off x="0" y="266287"/>
        <a:ext cx="11210925" cy="1864800"/>
      </dsp:txXfrm>
    </dsp:sp>
    <dsp:sp modelId="{E5A5B2EC-6490-45F2-99A8-CE201FF0306D}">
      <dsp:nvSpPr>
        <dsp:cNvPr id="0" name=""/>
        <dsp:cNvSpPr/>
      </dsp:nvSpPr>
      <dsp:spPr>
        <a:xfrm>
          <a:off x="560546" y="30127"/>
          <a:ext cx="7847647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/>
            <a:t>Regression</a:t>
          </a:r>
          <a:endParaRPr lang="it-IT" sz="1600" kern="1200" dirty="0"/>
        </a:p>
      </dsp:txBody>
      <dsp:txXfrm>
        <a:off x="583603" y="53184"/>
        <a:ext cx="7801533" cy="426206"/>
      </dsp:txXfrm>
    </dsp:sp>
    <dsp:sp modelId="{34F45C63-0D6D-4137-8EB8-07AD0F1DFB00}">
      <dsp:nvSpPr>
        <dsp:cNvPr id="0" name=""/>
        <dsp:cNvSpPr/>
      </dsp:nvSpPr>
      <dsp:spPr>
        <a:xfrm>
          <a:off x="0" y="2453647"/>
          <a:ext cx="11210925" cy="211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333248" rIns="8700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For each training row you have a true </a:t>
          </a:r>
          <a:r>
            <a:rPr lang="en-US" sz="1600" b="1" kern="1200" dirty="0"/>
            <a:t>label</a:t>
          </a:r>
          <a:r>
            <a:rPr lang="en-US" sz="1600" kern="1200" dirty="0"/>
            <a:t> and a predicted one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600" kern="1200"/>
            <a:t>You can easily calculate if the prediction is correct for each row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600" kern="1200" dirty="0"/>
            <a:t>Possible metrics: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600" b="0" kern="1200" dirty="0"/>
            <a:t>Accuracy</a:t>
          </a: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600" b="0" kern="1200" dirty="0"/>
            <a:t>Precision</a:t>
          </a: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600" b="0" kern="1200" dirty="0"/>
            <a:t>Recall</a:t>
          </a:r>
          <a:endParaRPr lang="en-US" sz="1600" kern="1200" dirty="0"/>
        </a:p>
      </dsp:txBody>
      <dsp:txXfrm>
        <a:off x="0" y="2453647"/>
        <a:ext cx="11210925" cy="2116800"/>
      </dsp:txXfrm>
    </dsp:sp>
    <dsp:sp modelId="{94169E15-61FE-43E9-8C94-922C78BA8C3F}">
      <dsp:nvSpPr>
        <dsp:cNvPr id="0" name=""/>
        <dsp:cNvSpPr/>
      </dsp:nvSpPr>
      <dsp:spPr>
        <a:xfrm>
          <a:off x="560546" y="2217487"/>
          <a:ext cx="7847647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/>
            <a:t>Classification</a:t>
          </a:r>
          <a:endParaRPr lang="it-IT" sz="1600" kern="1200" dirty="0"/>
        </a:p>
      </dsp:txBody>
      <dsp:txXfrm>
        <a:off x="583603" y="2240544"/>
        <a:ext cx="7801533" cy="4262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279A1C-55EC-4D41-B319-4291EE837A81}">
      <dsp:nvSpPr>
        <dsp:cNvPr id="0" name=""/>
        <dsp:cNvSpPr/>
      </dsp:nvSpPr>
      <dsp:spPr>
        <a:xfrm>
          <a:off x="0" y="319024"/>
          <a:ext cx="5330825" cy="185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731" tIns="395732" rIns="413731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900" kern="1200" dirty="0"/>
            <a:t>Email spam </a:t>
          </a:r>
          <a:r>
            <a:rPr lang="it-IT" sz="1900" kern="1200" dirty="0" err="1"/>
            <a:t>detection</a:t>
          </a:r>
          <a:endParaRPr lang="it-IT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900" b="0" i="0" kern="1200" dirty="0" err="1"/>
            <a:t>Churn</a:t>
          </a:r>
          <a:r>
            <a:rPr lang="it-IT" sz="1900" b="0" i="0" kern="1200" dirty="0"/>
            <a:t> </a:t>
          </a:r>
          <a:r>
            <a:rPr lang="it-IT" sz="1900" b="0" i="0" kern="1200" dirty="0" err="1"/>
            <a:t>prediction</a:t>
          </a:r>
          <a:endParaRPr lang="it-IT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900" b="0" i="0" kern="1200" dirty="0" err="1"/>
            <a:t>Fraud</a:t>
          </a:r>
          <a:r>
            <a:rPr lang="it-IT" sz="1900" b="0" i="0" kern="1200" dirty="0"/>
            <a:t> </a:t>
          </a:r>
          <a:r>
            <a:rPr lang="it-IT" sz="1900" b="0" i="0" kern="1200" dirty="0" err="1"/>
            <a:t>detection</a:t>
          </a:r>
          <a:endParaRPr lang="it-IT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900" b="0" kern="1200" dirty="0"/>
            <a:t>Sentiment </a:t>
          </a:r>
          <a:r>
            <a:rPr lang="it-IT" sz="1900" b="0" kern="1200" dirty="0" err="1"/>
            <a:t>analysis</a:t>
          </a:r>
          <a:endParaRPr lang="it-IT" sz="1900" kern="1200" dirty="0"/>
        </a:p>
      </dsp:txBody>
      <dsp:txXfrm>
        <a:off x="0" y="319024"/>
        <a:ext cx="5330825" cy="1855350"/>
      </dsp:txXfrm>
    </dsp:sp>
    <dsp:sp modelId="{6C12F6CC-0B9B-415D-8550-BFD930D15036}">
      <dsp:nvSpPr>
        <dsp:cNvPr id="0" name=""/>
        <dsp:cNvSpPr/>
      </dsp:nvSpPr>
      <dsp:spPr>
        <a:xfrm>
          <a:off x="266541" y="38584"/>
          <a:ext cx="3731577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45" tIns="0" rIns="14104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 err="1"/>
            <a:t>Classification</a:t>
          </a:r>
          <a:endParaRPr lang="it-IT" sz="1900" kern="1200" dirty="0"/>
        </a:p>
      </dsp:txBody>
      <dsp:txXfrm>
        <a:off x="293921" y="65964"/>
        <a:ext cx="3676817" cy="506120"/>
      </dsp:txXfrm>
    </dsp:sp>
    <dsp:sp modelId="{AA21E59A-1879-4DCC-A72C-7BEB126D7D6F}">
      <dsp:nvSpPr>
        <dsp:cNvPr id="0" name=""/>
        <dsp:cNvSpPr/>
      </dsp:nvSpPr>
      <dsp:spPr>
        <a:xfrm>
          <a:off x="0" y="2557415"/>
          <a:ext cx="5330825" cy="185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731" tIns="395732" rIns="413731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900" b="0" i="0" kern="1200" dirty="0"/>
            <a:t>Demand Forecasting </a:t>
          </a:r>
          <a:endParaRPr lang="en-GB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900" kern="1200" dirty="0" err="1"/>
            <a:t>Predictive</a:t>
          </a:r>
          <a:r>
            <a:rPr lang="it-IT" sz="1900" kern="1200" dirty="0"/>
            <a:t> </a:t>
          </a:r>
          <a:r>
            <a:rPr lang="it-IT" sz="1900" kern="1200" dirty="0" err="1"/>
            <a:t>Maintenance</a:t>
          </a:r>
          <a:endParaRPr lang="en-GB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900" kern="1200" dirty="0"/>
            <a:t>Sales and Revenue </a:t>
          </a:r>
          <a:r>
            <a:rPr lang="it-IT" sz="1900" kern="1200" dirty="0" err="1"/>
            <a:t>predictions</a:t>
          </a:r>
          <a:endParaRPr lang="en-GB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900" kern="1200" dirty="0"/>
            <a:t>Stock Market </a:t>
          </a:r>
          <a:r>
            <a:rPr lang="it-IT" sz="1900" kern="1200" dirty="0" err="1"/>
            <a:t>Prediction</a:t>
          </a:r>
          <a:endParaRPr lang="en-GB" sz="1900" kern="1200" dirty="0"/>
        </a:p>
      </dsp:txBody>
      <dsp:txXfrm>
        <a:off x="0" y="2557415"/>
        <a:ext cx="5330825" cy="1855350"/>
      </dsp:txXfrm>
    </dsp:sp>
    <dsp:sp modelId="{CCA5CA1B-F757-4EE7-9E20-A64D2F69B362}">
      <dsp:nvSpPr>
        <dsp:cNvPr id="0" name=""/>
        <dsp:cNvSpPr/>
      </dsp:nvSpPr>
      <dsp:spPr>
        <a:xfrm>
          <a:off x="266541" y="2276975"/>
          <a:ext cx="3731577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45" tIns="0" rIns="14104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 err="1"/>
            <a:t>Regression</a:t>
          </a:r>
          <a:endParaRPr lang="en-GB" sz="1900" b="0" kern="1200" dirty="0"/>
        </a:p>
      </dsp:txBody>
      <dsp:txXfrm>
        <a:off x="293921" y="2304355"/>
        <a:ext cx="3676817" cy="5061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673B1E-477A-4120-A41D-FC5335F4DBFF}">
      <dsp:nvSpPr>
        <dsp:cNvPr id="0" name=""/>
        <dsp:cNvSpPr/>
      </dsp:nvSpPr>
      <dsp:spPr>
        <a:xfrm>
          <a:off x="-4910258" y="-752436"/>
          <a:ext cx="5848109" cy="5848109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8EABCA-1E72-4C03-A6E1-269D00AF8E30}">
      <dsp:nvSpPr>
        <dsp:cNvPr id="0" name=""/>
        <dsp:cNvSpPr/>
      </dsp:nvSpPr>
      <dsp:spPr>
        <a:xfrm>
          <a:off x="491125" y="333907"/>
          <a:ext cx="6385965" cy="6681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035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 err="1"/>
            <a:t>Partially</a:t>
          </a:r>
          <a:r>
            <a:rPr lang="it-IT" sz="1900" kern="1200" dirty="0"/>
            <a:t> </a:t>
          </a:r>
          <a:r>
            <a:rPr lang="it-IT" sz="1900" kern="1200" dirty="0" err="1"/>
            <a:t>labeled</a:t>
          </a:r>
          <a:r>
            <a:rPr lang="it-IT" sz="1900" kern="1200" dirty="0"/>
            <a:t> data</a:t>
          </a:r>
        </a:p>
      </dsp:txBody>
      <dsp:txXfrm>
        <a:off x="491125" y="333907"/>
        <a:ext cx="6385965" cy="668163"/>
      </dsp:txXfrm>
    </dsp:sp>
    <dsp:sp modelId="{E9BBA0C6-2C7E-479E-A63C-29178B961541}">
      <dsp:nvSpPr>
        <dsp:cNvPr id="0" name=""/>
        <dsp:cNvSpPr/>
      </dsp:nvSpPr>
      <dsp:spPr>
        <a:xfrm>
          <a:off x="73523" y="250387"/>
          <a:ext cx="835204" cy="83520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00387-6745-438A-A4A2-4B533E77A0A6}">
      <dsp:nvSpPr>
        <dsp:cNvPr id="0" name=""/>
        <dsp:cNvSpPr/>
      </dsp:nvSpPr>
      <dsp:spPr>
        <a:xfrm>
          <a:off x="874198" y="1336326"/>
          <a:ext cx="6002892" cy="6681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035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distribution high unbalanced or not uniform</a:t>
          </a:r>
          <a:endParaRPr lang="it-IT" sz="1900" kern="1200" dirty="0"/>
        </a:p>
      </dsp:txBody>
      <dsp:txXfrm>
        <a:off x="874198" y="1336326"/>
        <a:ext cx="6002892" cy="668163"/>
      </dsp:txXfrm>
    </dsp:sp>
    <dsp:sp modelId="{E75A8439-7824-4ED4-B344-DB88D059C626}">
      <dsp:nvSpPr>
        <dsp:cNvPr id="0" name=""/>
        <dsp:cNvSpPr/>
      </dsp:nvSpPr>
      <dsp:spPr>
        <a:xfrm>
          <a:off x="456596" y="1252806"/>
          <a:ext cx="835204" cy="83520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F21A85-9849-4AB9-919D-BB18BC800AE3}">
      <dsp:nvSpPr>
        <dsp:cNvPr id="0" name=""/>
        <dsp:cNvSpPr/>
      </dsp:nvSpPr>
      <dsp:spPr>
        <a:xfrm>
          <a:off x="874198" y="2338745"/>
          <a:ext cx="6002892" cy="6681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035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Need for resources with specific and high skills</a:t>
          </a:r>
          <a:endParaRPr lang="it-IT" sz="1900" kern="1200" dirty="0"/>
        </a:p>
      </dsp:txBody>
      <dsp:txXfrm>
        <a:off x="874198" y="2338745"/>
        <a:ext cx="6002892" cy="668163"/>
      </dsp:txXfrm>
    </dsp:sp>
    <dsp:sp modelId="{8E6B1002-1DF3-4BE5-A0FA-499BC84E88E0}">
      <dsp:nvSpPr>
        <dsp:cNvPr id="0" name=""/>
        <dsp:cNvSpPr/>
      </dsp:nvSpPr>
      <dsp:spPr>
        <a:xfrm>
          <a:off x="456596" y="2255225"/>
          <a:ext cx="835204" cy="83520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4A9C51-5B2D-4B5A-A4CD-C551791454FF}">
      <dsp:nvSpPr>
        <dsp:cNvPr id="0" name=""/>
        <dsp:cNvSpPr/>
      </dsp:nvSpPr>
      <dsp:spPr>
        <a:xfrm>
          <a:off x="491125" y="3341164"/>
          <a:ext cx="6385965" cy="6681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035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Combine </a:t>
          </a:r>
          <a:r>
            <a:rPr lang="it-IT" sz="1900" kern="1200" dirty="0" err="1"/>
            <a:t>two</a:t>
          </a:r>
          <a:r>
            <a:rPr lang="it-IT" sz="1900" kern="1200" dirty="0"/>
            <a:t> or more </a:t>
          </a:r>
          <a:r>
            <a:rPr lang="it-IT" sz="1900" kern="1200" dirty="0" err="1"/>
            <a:t>supervised</a:t>
          </a:r>
          <a:r>
            <a:rPr lang="it-IT" sz="1900" kern="1200" dirty="0"/>
            <a:t> learning </a:t>
          </a:r>
          <a:r>
            <a:rPr lang="it-IT" sz="1900" kern="1200" dirty="0" err="1"/>
            <a:t>alghoritm</a:t>
          </a:r>
          <a:endParaRPr lang="it-IT" sz="1900" kern="1200" dirty="0"/>
        </a:p>
      </dsp:txBody>
      <dsp:txXfrm>
        <a:off x="491125" y="3341164"/>
        <a:ext cx="6385965" cy="668163"/>
      </dsp:txXfrm>
    </dsp:sp>
    <dsp:sp modelId="{2A19871B-696E-43EA-8A01-75B9968CB4D5}">
      <dsp:nvSpPr>
        <dsp:cNvPr id="0" name=""/>
        <dsp:cNvSpPr/>
      </dsp:nvSpPr>
      <dsp:spPr>
        <a:xfrm>
          <a:off x="73523" y="3257644"/>
          <a:ext cx="835204" cy="83520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FE188B-9D17-49BD-BA0E-E03A2F4C857B}">
      <dsp:nvSpPr>
        <dsp:cNvPr id="0" name=""/>
        <dsp:cNvSpPr/>
      </dsp:nvSpPr>
      <dsp:spPr>
        <a:xfrm>
          <a:off x="-4920923" y="-754058"/>
          <a:ext cx="5860779" cy="5860779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330468-544A-48CA-B577-2AFCA6404162}">
      <dsp:nvSpPr>
        <dsp:cNvPr id="0" name=""/>
        <dsp:cNvSpPr/>
      </dsp:nvSpPr>
      <dsp:spPr>
        <a:xfrm>
          <a:off x="492171" y="334632"/>
          <a:ext cx="6035978" cy="6696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50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Train first model on </a:t>
          </a:r>
          <a:r>
            <a:rPr lang="it-IT" sz="1800" kern="1200" dirty="0" err="1"/>
            <a:t>labeled</a:t>
          </a:r>
          <a:r>
            <a:rPr lang="it-IT" sz="1800" kern="1200" dirty="0"/>
            <a:t> data</a:t>
          </a:r>
        </a:p>
      </dsp:txBody>
      <dsp:txXfrm>
        <a:off x="492171" y="334632"/>
        <a:ext cx="6035978" cy="669613"/>
      </dsp:txXfrm>
    </dsp:sp>
    <dsp:sp modelId="{CD6BCF04-31AA-495D-8546-A9DA0315FE8F}">
      <dsp:nvSpPr>
        <dsp:cNvPr id="0" name=""/>
        <dsp:cNvSpPr/>
      </dsp:nvSpPr>
      <dsp:spPr>
        <a:xfrm>
          <a:off x="73663" y="250931"/>
          <a:ext cx="837017" cy="8370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97D26A-F459-4F5F-AB54-189FB1EF63A5}">
      <dsp:nvSpPr>
        <dsp:cNvPr id="0" name=""/>
        <dsp:cNvSpPr/>
      </dsp:nvSpPr>
      <dsp:spPr>
        <a:xfrm>
          <a:off x="876076" y="1339227"/>
          <a:ext cx="5652073" cy="6696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50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 err="1"/>
            <a:t>Calculate</a:t>
          </a:r>
          <a:r>
            <a:rPr lang="it-IT" sz="1800" kern="1200" dirty="0"/>
            <a:t> label </a:t>
          </a:r>
          <a:r>
            <a:rPr lang="it-IT" sz="1800" kern="1200" dirty="0" err="1"/>
            <a:t>prediction</a:t>
          </a:r>
          <a:r>
            <a:rPr lang="it-IT" sz="1800" kern="1200" dirty="0"/>
            <a:t> </a:t>
          </a:r>
          <a:r>
            <a:rPr lang="it-IT" sz="1800" kern="1200" dirty="0" err="1"/>
            <a:t>value</a:t>
          </a:r>
          <a:r>
            <a:rPr lang="it-IT" sz="1800" kern="1200" dirty="0"/>
            <a:t> for </a:t>
          </a:r>
          <a:r>
            <a:rPr lang="it-IT" sz="1800" kern="1200" dirty="0" err="1"/>
            <a:t>unlabeled</a:t>
          </a:r>
          <a:r>
            <a:rPr lang="it-IT" sz="1800" kern="1200" dirty="0"/>
            <a:t> data</a:t>
          </a:r>
        </a:p>
      </dsp:txBody>
      <dsp:txXfrm>
        <a:off x="876076" y="1339227"/>
        <a:ext cx="5652073" cy="669613"/>
      </dsp:txXfrm>
    </dsp:sp>
    <dsp:sp modelId="{00584FF1-2FDA-4540-8028-4CFA2D0B9541}">
      <dsp:nvSpPr>
        <dsp:cNvPr id="0" name=""/>
        <dsp:cNvSpPr/>
      </dsp:nvSpPr>
      <dsp:spPr>
        <a:xfrm>
          <a:off x="457568" y="1255525"/>
          <a:ext cx="837017" cy="8370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010B6C-528C-498D-9D12-076D2C56F74E}">
      <dsp:nvSpPr>
        <dsp:cNvPr id="0" name=""/>
        <dsp:cNvSpPr/>
      </dsp:nvSpPr>
      <dsp:spPr>
        <a:xfrm>
          <a:off x="876076" y="2343821"/>
          <a:ext cx="5652073" cy="6696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50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Combine </a:t>
          </a:r>
          <a:r>
            <a:rPr lang="it-IT" sz="1800" kern="1200" dirty="0" err="1"/>
            <a:t>labeled</a:t>
          </a:r>
          <a:r>
            <a:rPr lang="it-IT" sz="1800" kern="1200" dirty="0"/>
            <a:t> data and pseudo-</a:t>
          </a:r>
          <a:r>
            <a:rPr lang="it-IT" sz="1800" kern="1200" dirty="0" err="1"/>
            <a:t>labeled</a:t>
          </a:r>
          <a:r>
            <a:rPr lang="it-IT" sz="1800" kern="1200" dirty="0"/>
            <a:t> data </a:t>
          </a:r>
          <a:r>
            <a:rPr lang="it-IT" sz="1800" kern="1200" dirty="0" err="1"/>
            <a:t>into</a:t>
          </a:r>
          <a:r>
            <a:rPr lang="it-IT" sz="1800" kern="1200" dirty="0"/>
            <a:t> new dataset</a:t>
          </a:r>
        </a:p>
      </dsp:txBody>
      <dsp:txXfrm>
        <a:off x="876076" y="2343821"/>
        <a:ext cx="5652073" cy="669613"/>
      </dsp:txXfrm>
    </dsp:sp>
    <dsp:sp modelId="{39FB3A29-D1F2-498C-A4A8-96F4F3BBEE73}">
      <dsp:nvSpPr>
        <dsp:cNvPr id="0" name=""/>
        <dsp:cNvSpPr/>
      </dsp:nvSpPr>
      <dsp:spPr>
        <a:xfrm>
          <a:off x="457568" y="2260120"/>
          <a:ext cx="837017" cy="8370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EDA666-6F46-4ECE-9164-5653439F7DFE}">
      <dsp:nvSpPr>
        <dsp:cNvPr id="0" name=""/>
        <dsp:cNvSpPr/>
      </dsp:nvSpPr>
      <dsp:spPr>
        <a:xfrm>
          <a:off x="492171" y="3348416"/>
          <a:ext cx="6035978" cy="6696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50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Train second model on new dataset </a:t>
          </a:r>
          <a:r>
            <a:rPr lang="it-IT" sz="1800" kern="1200" dirty="0" err="1"/>
            <a:t>created</a:t>
          </a:r>
          <a:endParaRPr lang="it-IT" sz="1800" kern="1200" dirty="0"/>
        </a:p>
      </dsp:txBody>
      <dsp:txXfrm>
        <a:off x="492171" y="3348416"/>
        <a:ext cx="6035978" cy="669613"/>
      </dsp:txXfrm>
    </dsp:sp>
    <dsp:sp modelId="{55575448-634B-4A53-B1DC-162C2DF4EFD5}">
      <dsp:nvSpPr>
        <dsp:cNvPr id="0" name=""/>
        <dsp:cNvSpPr/>
      </dsp:nvSpPr>
      <dsp:spPr>
        <a:xfrm>
          <a:off x="73663" y="3264714"/>
          <a:ext cx="837017" cy="8370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20B78-1AAA-4A61-B0A3-8CC6CFA6D61B}">
      <dsp:nvSpPr>
        <dsp:cNvPr id="0" name=""/>
        <dsp:cNvSpPr/>
      </dsp:nvSpPr>
      <dsp:spPr>
        <a:xfrm>
          <a:off x="-5032576" y="-771032"/>
          <a:ext cx="5993414" cy="5993414"/>
        </a:xfrm>
        <a:prstGeom prst="blockArc">
          <a:avLst>
            <a:gd name="adj1" fmla="val 18900000"/>
            <a:gd name="adj2" fmla="val 2700000"/>
            <a:gd name="adj3" fmla="val 360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816927-448A-4BF5-B13A-9CB2E83A04B6}">
      <dsp:nvSpPr>
        <dsp:cNvPr id="0" name=""/>
        <dsp:cNvSpPr/>
      </dsp:nvSpPr>
      <dsp:spPr>
        <a:xfrm>
          <a:off x="617971" y="445135"/>
          <a:ext cx="10531648" cy="8902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652" tIns="109220" rIns="109220" bIns="10922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300" kern="1200" dirty="0" err="1"/>
            <a:t>Supervised</a:t>
          </a:r>
          <a:r>
            <a:rPr lang="it-IT" sz="4300" kern="1200" dirty="0"/>
            <a:t> learning </a:t>
          </a:r>
          <a:r>
            <a:rPr lang="it-IT" sz="4300" kern="1200" dirty="0" err="1"/>
            <a:t>problem</a:t>
          </a:r>
          <a:endParaRPr lang="it-IT" sz="4300" kern="1200" dirty="0"/>
        </a:p>
      </dsp:txBody>
      <dsp:txXfrm>
        <a:off x="617971" y="445135"/>
        <a:ext cx="10531648" cy="890270"/>
      </dsp:txXfrm>
    </dsp:sp>
    <dsp:sp modelId="{CF8BF7EB-E398-4E1F-A025-DD65AAD5EA20}">
      <dsp:nvSpPr>
        <dsp:cNvPr id="0" name=""/>
        <dsp:cNvSpPr/>
      </dsp:nvSpPr>
      <dsp:spPr>
        <a:xfrm>
          <a:off x="61552" y="333851"/>
          <a:ext cx="1112837" cy="11128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3E97FE-75CD-443E-A525-A17F39C0FFE9}">
      <dsp:nvSpPr>
        <dsp:cNvPr id="0" name=""/>
        <dsp:cNvSpPr/>
      </dsp:nvSpPr>
      <dsp:spPr>
        <a:xfrm>
          <a:off x="941584" y="1780540"/>
          <a:ext cx="10208035" cy="8902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652" tIns="109220" rIns="109220" bIns="10922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300" kern="1200" dirty="0" err="1"/>
            <a:t>Specialized</a:t>
          </a:r>
          <a:r>
            <a:rPr lang="it-IT" sz="4300" kern="1200" dirty="0"/>
            <a:t> </a:t>
          </a:r>
          <a:r>
            <a:rPr lang="it-IT" sz="4300" kern="1200" dirty="0" err="1"/>
            <a:t>prediction</a:t>
          </a:r>
          <a:r>
            <a:rPr lang="it-IT" sz="4300" kern="1200" dirty="0"/>
            <a:t> task</a:t>
          </a:r>
        </a:p>
      </dsp:txBody>
      <dsp:txXfrm>
        <a:off x="941584" y="1780540"/>
        <a:ext cx="10208035" cy="890270"/>
      </dsp:txXfrm>
    </dsp:sp>
    <dsp:sp modelId="{78DCA714-AEEC-4803-A97F-9825B06BAF76}">
      <dsp:nvSpPr>
        <dsp:cNvPr id="0" name=""/>
        <dsp:cNvSpPr/>
      </dsp:nvSpPr>
      <dsp:spPr>
        <a:xfrm>
          <a:off x="385166" y="1669256"/>
          <a:ext cx="1112837" cy="11128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7B616F-F144-4A6A-9705-CCBF64DED1BC}">
      <dsp:nvSpPr>
        <dsp:cNvPr id="0" name=""/>
        <dsp:cNvSpPr/>
      </dsp:nvSpPr>
      <dsp:spPr>
        <a:xfrm>
          <a:off x="617971" y="3115945"/>
          <a:ext cx="10531648" cy="8902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652" tIns="109220" rIns="109220" bIns="10922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Suggests interest items to the user</a:t>
          </a:r>
          <a:endParaRPr lang="it-IT" sz="4300" kern="1200" dirty="0"/>
        </a:p>
      </dsp:txBody>
      <dsp:txXfrm>
        <a:off x="617971" y="3115945"/>
        <a:ext cx="10531648" cy="890270"/>
      </dsp:txXfrm>
    </dsp:sp>
    <dsp:sp modelId="{9B420FE8-6942-431F-A75F-E2FAE7780A26}">
      <dsp:nvSpPr>
        <dsp:cNvPr id="0" name=""/>
        <dsp:cNvSpPr/>
      </dsp:nvSpPr>
      <dsp:spPr>
        <a:xfrm>
          <a:off x="61552" y="3004661"/>
          <a:ext cx="1112837" cy="11128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5C0711-F74C-4803-9DD5-EC48C900B77E}">
      <dsp:nvSpPr>
        <dsp:cNvPr id="0" name=""/>
        <dsp:cNvSpPr/>
      </dsp:nvSpPr>
      <dsp:spPr>
        <a:xfrm>
          <a:off x="0" y="431276"/>
          <a:ext cx="11210925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0ACB97-27B3-4C3A-A1C8-2211F53B900D}">
      <dsp:nvSpPr>
        <dsp:cNvPr id="0" name=""/>
        <dsp:cNvSpPr/>
      </dsp:nvSpPr>
      <dsp:spPr>
        <a:xfrm>
          <a:off x="560546" y="47516"/>
          <a:ext cx="7847647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300" kern="1200" dirty="0"/>
            <a:t>Content </a:t>
          </a:r>
          <a:r>
            <a:rPr lang="it-IT" sz="4300" kern="1200" dirty="0" err="1"/>
            <a:t>based</a:t>
          </a:r>
          <a:endParaRPr lang="it-IT" sz="4300" kern="1200" dirty="0"/>
        </a:p>
      </dsp:txBody>
      <dsp:txXfrm>
        <a:off x="598013" y="84983"/>
        <a:ext cx="7772713" cy="692586"/>
      </dsp:txXfrm>
    </dsp:sp>
    <dsp:sp modelId="{7C0D44D7-568C-4C14-947D-67852ED1A199}">
      <dsp:nvSpPr>
        <dsp:cNvPr id="0" name=""/>
        <dsp:cNvSpPr/>
      </dsp:nvSpPr>
      <dsp:spPr>
        <a:xfrm>
          <a:off x="0" y="1610636"/>
          <a:ext cx="11210925" cy="1515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541528" rIns="870092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2400" kern="1200" dirty="0"/>
            <a:t>Memory </a:t>
          </a:r>
          <a:r>
            <a:rPr lang="it-IT" sz="2400" kern="1200" dirty="0" err="1"/>
            <a:t>based</a:t>
          </a:r>
          <a:r>
            <a:rPr lang="it-IT" sz="2400" kern="1200" dirty="0"/>
            <a:t> system </a:t>
          </a:r>
          <a:r>
            <a:rPr lang="it-IT" sz="2400" i="1" kern="1200" dirty="0"/>
            <a:t>(</a:t>
          </a:r>
          <a:r>
            <a:rPr lang="it-IT" sz="2400" i="1" kern="1200" dirty="0" err="1"/>
            <a:t>neighborhood</a:t>
          </a:r>
          <a:r>
            <a:rPr lang="it-IT" sz="2400" i="1" kern="1200" dirty="0"/>
            <a:t> </a:t>
          </a:r>
          <a:r>
            <a:rPr lang="it-IT" sz="2400" i="1" kern="1200" dirty="0" err="1"/>
            <a:t>based</a:t>
          </a:r>
          <a:r>
            <a:rPr lang="it-IT" sz="2400" i="1" kern="1200" dirty="0"/>
            <a:t> system)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2400" i="1" kern="1200" dirty="0"/>
            <a:t>Model </a:t>
          </a:r>
          <a:r>
            <a:rPr lang="it-IT" sz="2400" i="1" kern="1200" dirty="0" err="1"/>
            <a:t>based</a:t>
          </a:r>
          <a:r>
            <a:rPr lang="it-IT" sz="2400" i="1" kern="1200" dirty="0"/>
            <a:t> system</a:t>
          </a:r>
        </a:p>
      </dsp:txBody>
      <dsp:txXfrm>
        <a:off x="0" y="1610636"/>
        <a:ext cx="11210925" cy="1515150"/>
      </dsp:txXfrm>
    </dsp:sp>
    <dsp:sp modelId="{0B630DE1-DFE8-4A91-A1DB-88B41B306D9D}">
      <dsp:nvSpPr>
        <dsp:cNvPr id="0" name=""/>
        <dsp:cNvSpPr/>
      </dsp:nvSpPr>
      <dsp:spPr>
        <a:xfrm>
          <a:off x="560546" y="1226876"/>
          <a:ext cx="7847647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300" kern="1200" dirty="0"/>
            <a:t>Collaborative filtering</a:t>
          </a:r>
        </a:p>
      </dsp:txBody>
      <dsp:txXfrm>
        <a:off x="598013" y="1264343"/>
        <a:ext cx="7772713" cy="692586"/>
      </dsp:txXfrm>
    </dsp:sp>
    <dsp:sp modelId="{CCD12C05-96C5-4B62-B484-F48AA8B54B73}">
      <dsp:nvSpPr>
        <dsp:cNvPr id="0" name=""/>
        <dsp:cNvSpPr/>
      </dsp:nvSpPr>
      <dsp:spPr>
        <a:xfrm>
          <a:off x="0" y="3649946"/>
          <a:ext cx="11210925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0885A-AD39-49D4-9A25-E71477E2965D}">
      <dsp:nvSpPr>
        <dsp:cNvPr id="0" name=""/>
        <dsp:cNvSpPr/>
      </dsp:nvSpPr>
      <dsp:spPr>
        <a:xfrm>
          <a:off x="560546" y="3266186"/>
          <a:ext cx="7847647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300" kern="1200" dirty="0" err="1"/>
            <a:t>Hybrid</a:t>
          </a:r>
          <a:endParaRPr lang="it-IT" sz="4300" kern="1200" dirty="0"/>
        </a:p>
      </dsp:txBody>
      <dsp:txXfrm>
        <a:off x="598013" y="3303653"/>
        <a:ext cx="7772713" cy="69258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6486C8-F0C7-4228-A834-65106AF4CD99}">
      <dsp:nvSpPr>
        <dsp:cNvPr id="0" name=""/>
        <dsp:cNvSpPr/>
      </dsp:nvSpPr>
      <dsp:spPr>
        <a:xfrm>
          <a:off x="-5064048" y="-775816"/>
          <a:ext cx="6030800" cy="6030800"/>
        </a:xfrm>
        <a:prstGeom prst="blockArc">
          <a:avLst>
            <a:gd name="adj1" fmla="val 18900000"/>
            <a:gd name="adj2" fmla="val 2700000"/>
            <a:gd name="adj3" fmla="val 358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6D70FC-73F3-49C4-865E-6F8592E5D02A}">
      <dsp:nvSpPr>
        <dsp:cNvPr id="0" name=""/>
        <dsp:cNvSpPr/>
      </dsp:nvSpPr>
      <dsp:spPr>
        <a:xfrm>
          <a:off x="506214" y="344358"/>
          <a:ext cx="6117346" cy="6890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95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baseline="0" dirty="0"/>
            <a:t>«R»</a:t>
          </a:r>
          <a:r>
            <a:rPr lang="it-IT" sz="1900" kern="1200" baseline="0" dirty="0"/>
            <a:t> </a:t>
          </a:r>
          <a:r>
            <a:rPr lang="it-IT" sz="1900" kern="1200" baseline="0" dirty="0" err="1"/>
            <a:t>is</a:t>
          </a:r>
          <a:r>
            <a:rPr lang="it-IT" sz="1900" kern="1200" baseline="0" dirty="0"/>
            <a:t> a </a:t>
          </a:r>
          <a:r>
            <a:rPr lang="it-IT" sz="1900" kern="1200" baseline="0" dirty="0" err="1"/>
            <a:t>matrix</a:t>
          </a:r>
          <a:r>
            <a:rPr lang="it-IT" sz="1900" kern="1200" baseline="0" dirty="0"/>
            <a:t> of </a:t>
          </a:r>
          <a:r>
            <a:rPr lang="it-IT" sz="1900" kern="1200" baseline="0" dirty="0" err="1"/>
            <a:t>rank</a:t>
          </a:r>
          <a:r>
            <a:rPr lang="it-IT" sz="1900" kern="1200" baseline="0" dirty="0"/>
            <a:t> </a:t>
          </a:r>
          <a:r>
            <a:rPr lang="it-IT" sz="1900" i="1" kern="1200" baseline="0" dirty="0"/>
            <a:t>(m x n)</a:t>
          </a:r>
          <a:endParaRPr lang="it-IT" sz="1900" kern="1200" baseline="0" dirty="0"/>
        </a:p>
      </dsp:txBody>
      <dsp:txXfrm>
        <a:off x="506214" y="344358"/>
        <a:ext cx="6117346" cy="689075"/>
      </dsp:txXfrm>
    </dsp:sp>
    <dsp:sp modelId="{969EEE46-040D-44F1-B0C0-B9B82CF3ADD0}">
      <dsp:nvSpPr>
        <dsp:cNvPr id="0" name=""/>
        <dsp:cNvSpPr/>
      </dsp:nvSpPr>
      <dsp:spPr>
        <a:xfrm>
          <a:off x="75542" y="258223"/>
          <a:ext cx="861343" cy="8613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4F17A1-EB08-439F-9510-24B60FCE80C6}">
      <dsp:nvSpPr>
        <dsp:cNvPr id="0" name=""/>
        <dsp:cNvSpPr/>
      </dsp:nvSpPr>
      <dsp:spPr>
        <a:xfrm>
          <a:off x="901277" y="1378150"/>
          <a:ext cx="5722284" cy="6890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95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baseline="0" dirty="0"/>
            <a:t>«m»</a:t>
          </a:r>
          <a:r>
            <a:rPr lang="it-IT" sz="1900" kern="1200" baseline="0" dirty="0"/>
            <a:t> </a:t>
          </a:r>
          <a:r>
            <a:rPr lang="it-IT" sz="1900" kern="1200" baseline="0" dirty="0" err="1"/>
            <a:t>indicates</a:t>
          </a:r>
          <a:r>
            <a:rPr lang="it-IT" sz="1900" kern="1200" baseline="0" dirty="0"/>
            <a:t> the users of systems</a:t>
          </a:r>
        </a:p>
      </dsp:txBody>
      <dsp:txXfrm>
        <a:off x="901277" y="1378150"/>
        <a:ext cx="5722284" cy="689075"/>
      </dsp:txXfrm>
    </dsp:sp>
    <dsp:sp modelId="{E435C847-9F99-4BBE-9F64-B0489A8DEB06}">
      <dsp:nvSpPr>
        <dsp:cNvPr id="0" name=""/>
        <dsp:cNvSpPr/>
      </dsp:nvSpPr>
      <dsp:spPr>
        <a:xfrm>
          <a:off x="470605" y="1292015"/>
          <a:ext cx="861343" cy="8613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AFCD32-215B-455B-B39A-5EACC7C9EF02}">
      <dsp:nvSpPr>
        <dsp:cNvPr id="0" name=""/>
        <dsp:cNvSpPr/>
      </dsp:nvSpPr>
      <dsp:spPr>
        <a:xfrm>
          <a:off x="901277" y="2411941"/>
          <a:ext cx="5722284" cy="6890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95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baseline="0" dirty="0"/>
            <a:t>«n»</a:t>
          </a:r>
          <a:r>
            <a:rPr lang="it-IT" sz="1900" kern="1200" baseline="0" dirty="0"/>
            <a:t> </a:t>
          </a:r>
          <a:r>
            <a:rPr lang="it-IT" sz="1900" kern="1200" baseline="0" dirty="0" err="1"/>
            <a:t>indicates</a:t>
          </a:r>
          <a:r>
            <a:rPr lang="it-IT" sz="1900" kern="1200" baseline="0" dirty="0"/>
            <a:t> the items of systems</a:t>
          </a:r>
        </a:p>
      </dsp:txBody>
      <dsp:txXfrm>
        <a:off x="901277" y="2411941"/>
        <a:ext cx="5722284" cy="689075"/>
      </dsp:txXfrm>
    </dsp:sp>
    <dsp:sp modelId="{6B7311BE-7CA9-47FE-9AA9-4687DB674DE5}">
      <dsp:nvSpPr>
        <dsp:cNvPr id="0" name=""/>
        <dsp:cNvSpPr/>
      </dsp:nvSpPr>
      <dsp:spPr>
        <a:xfrm>
          <a:off x="470605" y="2325807"/>
          <a:ext cx="861343" cy="8613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F8A219-3259-4EDD-B3B9-60C8C1157192}">
      <dsp:nvSpPr>
        <dsp:cNvPr id="0" name=""/>
        <dsp:cNvSpPr/>
      </dsp:nvSpPr>
      <dsp:spPr>
        <a:xfrm>
          <a:off x="506214" y="3445733"/>
          <a:ext cx="6117346" cy="6890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95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baseline="0" dirty="0"/>
            <a:t>«R[i, j]»</a:t>
          </a:r>
          <a:r>
            <a:rPr lang="it-IT" sz="1900" kern="1200" baseline="0" dirty="0"/>
            <a:t>, 1&lt;=i&lt;=m, 1&lt;=j&lt;=n </a:t>
          </a:r>
          <a:r>
            <a:rPr lang="it-IT" sz="1900" kern="1200" baseline="0" dirty="0" err="1"/>
            <a:t>indicates</a:t>
          </a:r>
          <a:r>
            <a:rPr lang="it-IT" sz="1900" kern="1200" baseline="0" dirty="0"/>
            <a:t> the </a:t>
          </a:r>
          <a:r>
            <a:rPr lang="it-IT" sz="1900" kern="1200" baseline="0" dirty="0" err="1"/>
            <a:t>preference</a:t>
          </a:r>
          <a:r>
            <a:rPr lang="it-IT" sz="1900" kern="1200" baseline="0" dirty="0"/>
            <a:t> </a:t>
          </a:r>
          <a:r>
            <a:rPr lang="it-IT" sz="1900" kern="1200" baseline="0" dirty="0" err="1"/>
            <a:t>value</a:t>
          </a:r>
          <a:r>
            <a:rPr lang="it-IT" sz="1900" kern="1200" baseline="0" dirty="0"/>
            <a:t> of user i for item j</a:t>
          </a:r>
        </a:p>
      </dsp:txBody>
      <dsp:txXfrm>
        <a:off x="506214" y="3445733"/>
        <a:ext cx="6117346" cy="689075"/>
      </dsp:txXfrm>
    </dsp:sp>
    <dsp:sp modelId="{4CA647B5-EEC4-4B55-AE09-CBB613338826}">
      <dsp:nvSpPr>
        <dsp:cNvPr id="0" name=""/>
        <dsp:cNvSpPr/>
      </dsp:nvSpPr>
      <dsp:spPr>
        <a:xfrm>
          <a:off x="75542" y="3359599"/>
          <a:ext cx="861343" cy="8613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E460F-0ECD-455A-961C-134900493053}">
      <dsp:nvSpPr>
        <dsp:cNvPr id="0" name=""/>
        <dsp:cNvSpPr/>
      </dsp:nvSpPr>
      <dsp:spPr>
        <a:xfrm>
          <a:off x="0" y="392733"/>
          <a:ext cx="11210925" cy="1044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354076" rIns="870092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700" kern="1200" dirty="0" err="1"/>
            <a:t>Rappresentation</a:t>
          </a:r>
          <a:r>
            <a:rPr lang="it-IT" sz="1700" kern="1200" dirty="0"/>
            <a:t> of the </a:t>
          </a:r>
          <a:r>
            <a:rPr lang="it-IT" sz="1700" kern="1200" dirty="0" err="1"/>
            <a:t>application</a:t>
          </a:r>
          <a:r>
            <a:rPr lang="it-IT" sz="1700" kern="1200" dirty="0"/>
            <a:t> domain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700" kern="1200" dirty="0" err="1"/>
            <a:t>Representation</a:t>
          </a:r>
          <a:r>
            <a:rPr lang="it-IT" sz="1700" kern="1200" dirty="0"/>
            <a:t> </a:t>
          </a:r>
          <a:r>
            <a:rPr lang="it-IT" sz="1700" kern="1200" dirty="0" err="1"/>
            <a:t>using</a:t>
          </a:r>
          <a:r>
            <a:rPr lang="it-IT" sz="1700" kern="1200" dirty="0"/>
            <a:t> </a:t>
          </a:r>
          <a:r>
            <a:rPr lang="it-IT" sz="1700" kern="1200" dirty="0" err="1"/>
            <a:t>graph</a:t>
          </a:r>
          <a:r>
            <a:rPr lang="it-IT" sz="1700" kern="1200" dirty="0"/>
            <a:t> database </a:t>
          </a:r>
          <a:r>
            <a:rPr lang="it-IT" sz="1700" i="1" kern="1200" dirty="0"/>
            <a:t>(Neo4J, RDF, OWL)</a:t>
          </a:r>
          <a:endParaRPr lang="it-IT" sz="1700" kern="1200" dirty="0"/>
        </a:p>
      </dsp:txBody>
      <dsp:txXfrm>
        <a:off x="0" y="392733"/>
        <a:ext cx="11210925" cy="1044225"/>
      </dsp:txXfrm>
    </dsp:sp>
    <dsp:sp modelId="{5B8819CC-CEA1-491B-9EE3-B9C67E509540}">
      <dsp:nvSpPr>
        <dsp:cNvPr id="0" name=""/>
        <dsp:cNvSpPr/>
      </dsp:nvSpPr>
      <dsp:spPr>
        <a:xfrm>
          <a:off x="560546" y="141813"/>
          <a:ext cx="7847647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Knowledge base</a:t>
          </a:r>
        </a:p>
      </dsp:txBody>
      <dsp:txXfrm>
        <a:off x="585044" y="166311"/>
        <a:ext cx="7798651" cy="452844"/>
      </dsp:txXfrm>
    </dsp:sp>
    <dsp:sp modelId="{C9BA093D-36CC-4133-83FB-333D9ACE82DA}">
      <dsp:nvSpPr>
        <dsp:cNvPr id="0" name=""/>
        <dsp:cNvSpPr/>
      </dsp:nvSpPr>
      <dsp:spPr>
        <a:xfrm>
          <a:off x="0" y="1779679"/>
          <a:ext cx="11210925" cy="1044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354076" rIns="870092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700" kern="1200" dirty="0"/>
            <a:t>The items of the application domain are stored as unit vectors</a:t>
          </a:r>
          <a:endParaRPr lang="it-IT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700" kern="1200" dirty="0"/>
            <a:t>The system calculates the similarity cosine between items' </a:t>
          </a:r>
          <a:r>
            <a:rPr lang="en-US" sz="1700" kern="1200" dirty="0" err="1"/>
            <a:t>prefered</a:t>
          </a:r>
          <a:r>
            <a:rPr lang="en-US" sz="1700" kern="1200" dirty="0"/>
            <a:t> of user and all items</a:t>
          </a:r>
          <a:endParaRPr lang="it-IT" sz="1700" kern="1200" dirty="0"/>
        </a:p>
      </dsp:txBody>
      <dsp:txXfrm>
        <a:off x="0" y="1779679"/>
        <a:ext cx="11210925" cy="1044225"/>
      </dsp:txXfrm>
    </dsp:sp>
    <dsp:sp modelId="{D49BD823-8E1C-4F13-BF7D-0B8EAB3E621D}">
      <dsp:nvSpPr>
        <dsp:cNvPr id="0" name=""/>
        <dsp:cNvSpPr/>
      </dsp:nvSpPr>
      <dsp:spPr>
        <a:xfrm>
          <a:off x="560546" y="1528758"/>
          <a:ext cx="7847647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Numeric</a:t>
          </a:r>
          <a:r>
            <a:rPr lang="it-IT" sz="1700" kern="1200" dirty="0"/>
            <a:t> </a:t>
          </a:r>
          <a:r>
            <a:rPr lang="it-IT" sz="1700" kern="1200" dirty="0" err="1"/>
            <a:t>rappresentation</a:t>
          </a:r>
          <a:endParaRPr lang="it-IT" sz="1700" kern="1200" dirty="0"/>
        </a:p>
      </dsp:txBody>
      <dsp:txXfrm>
        <a:off x="585044" y="1553256"/>
        <a:ext cx="7798651" cy="452844"/>
      </dsp:txXfrm>
    </dsp:sp>
    <dsp:sp modelId="{0AA5C570-4735-4761-BECC-2A8A0A0C7BE2}">
      <dsp:nvSpPr>
        <dsp:cNvPr id="0" name=""/>
        <dsp:cNvSpPr/>
      </dsp:nvSpPr>
      <dsp:spPr>
        <a:xfrm>
          <a:off x="0" y="3166623"/>
          <a:ext cx="11210925" cy="1044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354076" rIns="870092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700" kern="1200" dirty="0"/>
            <a:t>Term Frequency - Inverse Document Frequency</a:t>
          </a:r>
          <a:endParaRPr lang="it-IT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700" kern="1200"/>
            <a:t>It measures how important a term is within a document relative to a collection of documents</a:t>
          </a:r>
          <a:endParaRPr lang="it-IT" sz="1700" kern="1200" dirty="0"/>
        </a:p>
      </dsp:txBody>
      <dsp:txXfrm>
        <a:off x="0" y="3166623"/>
        <a:ext cx="11210925" cy="1044225"/>
      </dsp:txXfrm>
    </dsp:sp>
    <dsp:sp modelId="{381AD979-C2AE-47D7-90BE-DDC3B76AAB52}">
      <dsp:nvSpPr>
        <dsp:cNvPr id="0" name=""/>
        <dsp:cNvSpPr/>
      </dsp:nvSpPr>
      <dsp:spPr>
        <a:xfrm>
          <a:off x="560546" y="2915703"/>
          <a:ext cx="7847647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it-IT" sz="1700" kern="1200" dirty="0"/>
            <a:t>TF-IDF</a:t>
          </a:r>
        </a:p>
      </dsp:txBody>
      <dsp:txXfrm>
        <a:off x="585044" y="2940201"/>
        <a:ext cx="7798651" cy="45284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7795CF-4556-45B5-8BF0-F0F7202FC2C2}">
      <dsp:nvSpPr>
        <dsp:cNvPr id="0" name=""/>
        <dsp:cNvSpPr/>
      </dsp:nvSpPr>
      <dsp:spPr>
        <a:xfrm>
          <a:off x="0" y="218809"/>
          <a:ext cx="11210925" cy="606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291592" rIns="870092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400" kern="1200" dirty="0"/>
            <a:t>Product between the TF (term frequency) and the IDF (inversion document frequency)</a:t>
          </a:r>
          <a:endParaRPr lang="it-IT" sz="1400" i="1" kern="1200" dirty="0"/>
        </a:p>
      </dsp:txBody>
      <dsp:txXfrm>
        <a:off x="0" y="218809"/>
        <a:ext cx="11210925" cy="606375"/>
      </dsp:txXfrm>
    </dsp:sp>
    <dsp:sp modelId="{1352B8D4-1896-4FD9-84BB-BBE516DA4901}">
      <dsp:nvSpPr>
        <dsp:cNvPr id="0" name=""/>
        <dsp:cNvSpPr/>
      </dsp:nvSpPr>
      <dsp:spPr>
        <a:xfrm>
          <a:off x="560546" y="12169"/>
          <a:ext cx="7847647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0" kern="1200" dirty="0"/>
            <a:t>TF-IDF</a:t>
          </a:r>
        </a:p>
      </dsp:txBody>
      <dsp:txXfrm>
        <a:off x="580721" y="32344"/>
        <a:ext cx="7807297" cy="372930"/>
      </dsp:txXfrm>
    </dsp:sp>
    <dsp:sp modelId="{3A060F6C-6C45-450A-9D50-77DAF84E0B43}">
      <dsp:nvSpPr>
        <dsp:cNvPr id="0" name=""/>
        <dsp:cNvSpPr/>
      </dsp:nvSpPr>
      <dsp:spPr>
        <a:xfrm>
          <a:off x="0" y="1107424"/>
          <a:ext cx="11210925" cy="1080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291592" rIns="870092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400" kern="1200" dirty="0" err="1"/>
            <a:t>Term</a:t>
          </a:r>
          <a:r>
            <a:rPr lang="it-IT" sz="1400" kern="1200" dirty="0"/>
            <a:t> Frequency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400" kern="1200" dirty="0"/>
            <a:t>Ratio between the number of occurrences of a term within a document and the total number of terms present in the document</a:t>
          </a:r>
          <a:endParaRPr lang="it-IT" sz="1400" kern="1200" dirty="0"/>
        </a:p>
      </dsp:txBody>
      <dsp:txXfrm>
        <a:off x="0" y="1107424"/>
        <a:ext cx="11210925" cy="1080450"/>
      </dsp:txXfrm>
    </dsp:sp>
    <dsp:sp modelId="{59FFB074-91E0-46B8-BF73-1D1128185934}">
      <dsp:nvSpPr>
        <dsp:cNvPr id="0" name=""/>
        <dsp:cNvSpPr/>
      </dsp:nvSpPr>
      <dsp:spPr>
        <a:xfrm>
          <a:off x="560546" y="900784"/>
          <a:ext cx="7847647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0" kern="1200"/>
            <a:t>TF</a:t>
          </a:r>
          <a:endParaRPr lang="it-IT" sz="1400" b="0" kern="1200" dirty="0"/>
        </a:p>
      </dsp:txBody>
      <dsp:txXfrm>
        <a:off x="580721" y="920959"/>
        <a:ext cx="7807297" cy="372930"/>
      </dsp:txXfrm>
    </dsp:sp>
    <dsp:sp modelId="{559985F7-CEC2-49F8-B414-80D83E5BF5AF}">
      <dsp:nvSpPr>
        <dsp:cNvPr id="0" name=""/>
        <dsp:cNvSpPr/>
      </dsp:nvSpPr>
      <dsp:spPr>
        <a:xfrm>
          <a:off x="0" y="2470115"/>
          <a:ext cx="11210925" cy="1080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291592" rIns="870092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400" kern="1200" dirty="0"/>
            <a:t>Inverse Document Frequency</a:t>
          </a:r>
          <a:endParaRPr lang="it-IT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400" kern="1200" dirty="0"/>
            <a:t>Logarithm of the ratio between the number of documents and the number of documents within which the analyzed term appears</a:t>
          </a:r>
          <a:endParaRPr lang="it-IT" sz="1400" kern="1200" dirty="0"/>
        </a:p>
      </dsp:txBody>
      <dsp:txXfrm>
        <a:off x="0" y="2470115"/>
        <a:ext cx="11210925" cy="1080450"/>
      </dsp:txXfrm>
    </dsp:sp>
    <dsp:sp modelId="{D70A40CB-4F1A-41BC-BAD0-6FE1D99D6D3D}">
      <dsp:nvSpPr>
        <dsp:cNvPr id="0" name=""/>
        <dsp:cNvSpPr/>
      </dsp:nvSpPr>
      <dsp:spPr>
        <a:xfrm>
          <a:off x="560546" y="2263475"/>
          <a:ext cx="7847647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0" kern="1200" dirty="0"/>
            <a:t>IDF</a:t>
          </a:r>
        </a:p>
      </dsp:txBody>
      <dsp:txXfrm>
        <a:off x="580721" y="2283650"/>
        <a:ext cx="7807297" cy="372930"/>
      </dsp:txXfrm>
    </dsp:sp>
    <dsp:sp modelId="{D25BC140-2263-4EF8-8B34-97A6D28B4A4E}">
      <dsp:nvSpPr>
        <dsp:cNvPr id="0" name=""/>
        <dsp:cNvSpPr/>
      </dsp:nvSpPr>
      <dsp:spPr>
        <a:xfrm>
          <a:off x="0" y="3832805"/>
          <a:ext cx="11210925" cy="606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291592" rIns="870092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400" b="0" i="1" kern="1200" dirty="0"/>
            <a:t>It allows you to avoid the management or removal of stop words</a:t>
          </a:r>
          <a:endParaRPr lang="it-IT" sz="1400" b="0" i="1" kern="1200" dirty="0"/>
        </a:p>
      </dsp:txBody>
      <dsp:txXfrm>
        <a:off x="0" y="3832805"/>
        <a:ext cx="11210925" cy="606375"/>
      </dsp:txXfrm>
    </dsp:sp>
    <dsp:sp modelId="{7F1FA026-DF86-4999-A508-0C18DF3A0155}">
      <dsp:nvSpPr>
        <dsp:cNvPr id="0" name=""/>
        <dsp:cNvSpPr/>
      </dsp:nvSpPr>
      <dsp:spPr>
        <a:xfrm>
          <a:off x="560546" y="3626165"/>
          <a:ext cx="7847647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it-IT" sz="1400" b="0" i="0" kern="1200" dirty="0"/>
            <a:t>Stop Words</a:t>
          </a:r>
        </a:p>
      </dsp:txBody>
      <dsp:txXfrm>
        <a:off x="580721" y="3646340"/>
        <a:ext cx="7807297" cy="37293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C8C00A-9CD4-477D-B3C3-31BE81B89001}">
      <dsp:nvSpPr>
        <dsp:cNvPr id="0" name=""/>
        <dsp:cNvSpPr/>
      </dsp:nvSpPr>
      <dsp:spPr>
        <a:xfrm>
          <a:off x="-5201406" y="-796698"/>
          <a:ext cx="6193972" cy="6193972"/>
        </a:xfrm>
        <a:prstGeom prst="blockArc">
          <a:avLst>
            <a:gd name="adj1" fmla="val 18900000"/>
            <a:gd name="adj2" fmla="val 2700000"/>
            <a:gd name="adj3" fmla="val 349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283EFF-5A96-4ED2-AA8B-BCF5F76D1E31}">
      <dsp:nvSpPr>
        <dsp:cNvPr id="0" name=""/>
        <dsp:cNvSpPr/>
      </dsp:nvSpPr>
      <dsp:spPr>
        <a:xfrm>
          <a:off x="519691" y="353692"/>
          <a:ext cx="4747472" cy="7077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strike="sngStrike" kern="1200" baseline="0" dirty="0"/>
            <a:t>«About</a:t>
          </a:r>
          <a:r>
            <a:rPr lang="it-IT" sz="1900" strike="noStrike" kern="1200" baseline="0" dirty="0"/>
            <a:t> </a:t>
          </a:r>
          <a:r>
            <a:rPr lang="it-IT" sz="1900" strike="sngStrike" kern="1200" baseline="0" dirty="0"/>
            <a:t>a</a:t>
          </a:r>
          <a:r>
            <a:rPr lang="it-IT" sz="1900" strike="noStrike" kern="1200" baseline="0" dirty="0"/>
            <a:t> girl»</a:t>
          </a:r>
          <a:endParaRPr lang="it-IT" sz="1900" strike="sngStrike" kern="1200" baseline="0" dirty="0"/>
        </a:p>
      </dsp:txBody>
      <dsp:txXfrm>
        <a:off x="519691" y="353692"/>
        <a:ext cx="4747472" cy="707752"/>
      </dsp:txXfrm>
    </dsp:sp>
    <dsp:sp modelId="{641A92DA-886E-44E1-B316-51D1B2F50932}">
      <dsp:nvSpPr>
        <dsp:cNvPr id="0" name=""/>
        <dsp:cNvSpPr/>
      </dsp:nvSpPr>
      <dsp:spPr>
        <a:xfrm>
          <a:off x="77346" y="265223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25E392-D0CC-4FDB-A1E0-57CCAF88B97B}">
      <dsp:nvSpPr>
        <dsp:cNvPr id="0" name=""/>
        <dsp:cNvSpPr/>
      </dsp:nvSpPr>
      <dsp:spPr>
        <a:xfrm>
          <a:off x="925462" y="1415504"/>
          <a:ext cx="4341701" cy="7077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“Falling i</a:t>
          </a:r>
          <a:r>
            <a:rPr lang="en-US" sz="1900" b="0" i="0" strike="sngStrike" kern="1200" baseline="0" dirty="0"/>
            <a:t>n</a:t>
          </a:r>
          <a:r>
            <a:rPr lang="en-US" sz="1900" b="0" i="0" kern="1200" baseline="0" dirty="0"/>
            <a:t> Love </a:t>
          </a:r>
          <a:r>
            <a:rPr lang="en-US" sz="1900" b="0" i="0" strike="sngStrike" kern="1200" baseline="0" dirty="0"/>
            <a:t>(Is</a:t>
          </a:r>
          <a:r>
            <a:rPr lang="en-US" sz="1900" b="0" i="0" kern="1200" baseline="0" dirty="0"/>
            <a:t> Hard </a:t>
          </a:r>
          <a:r>
            <a:rPr lang="en-US" sz="1900" b="0" i="0" strike="sngStrike" kern="1200" baseline="0" dirty="0"/>
            <a:t>on</a:t>
          </a:r>
          <a:r>
            <a:rPr lang="en-US" sz="1900" b="0" i="0" kern="1200" baseline="0" dirty="0"/>
            <a:t> </a:t>
          </a:r>
          <a:r>
            <a:rPr lang="en-US" sz="1900" b="0" i="0" strike="sngStrike" kern="1200" baseline="0" dirty="0"/>
            <a:t>the</a:t>
          </a:r>
          <a:r>
            <a:rPr lang="en-US" sz="1900" b="0" i="0" kern="1200" baseline="0" dirty="0"/>
            <a:t> Knees</a:t>
          </a:r>
          <a:r>
            <a:rPr lang="en-US" sz="1900" b="0" i="0" strike="sngStrike" kern="1200" baseline="0" dirty="0"/>
            <a:t>)”</a:t>
          </a:r>
          <a:endParaRPr lang="it-IT" sz="1900" strike="sngStrike" kern="1200" baseline="0" dirty="0"/>
        </a:p>
      </dsp:txBody>
      <dsp:txXfrm>
        <a:off x="925462" y="1415504"/>
        <a:ext cx="4341701" cy="707752"/>
      </dsp:txXfrm>
    </dsp:sp>
    <dsp:sp modelId="{651C3811-E6D1-4536-BA83-A848F4709DDA}">
      <dsp:nvSpPr>
        <dsp:cNvPr id="0" name=""/>
        <dsp:cNvSpPr/>
      </dsp:nvSpPr>
      <dsp:spPr>
        <a:xfrm>
          <a:off x="483117" y="1327035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3E5801-6AF3-43FD-8BC8-07CA4F92E73C}">
      <dsp:nvSpPr>
        <dsp:cNvPr id="0" name=""/>
        <dsp:cNvSpPr/>
      </dsp:nvSpPr>
      <dsp:spPr>
        <a:xfrm>
          <a:off x="925462" y="2477317"/>
          <a:ext cx="4341701" cy="7077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strike="sngStrike" kern="1200" baseline="0" dirty="0"/>
            <a:t>“The</a:t>
          </a:r>
          <a:r>
            <a:rPr lang="en-US" sz="1900" b="0" i="0" kern="1200" baseline="0" dirty="0"/>
            <a:t> Curious Case </a:t>
          </a:r>
          <a:r>
            <a:rPr lang="en-US" sz="1900" b="0" i="0" strike="sngStrike" kern="1200" baseline="0" dirty="0"/>
            <a:t>of</a:t>
          </a:r>
          <a:r>
            <a:rPr lang="en-US" sz="1900" b="0" i="0" kern="1200" baseline="0" dirty="0"/>
            <a:t> Benjamin Button”</a:t>
          </a:r>
          <a:endParaRPr lang="it-IT" sz="1900" strike="sngStrike" kern="1200" baseline="0" dirty="0"/>
        </a:p>
      </dsp:txBody>
      <dsp:txXfrm>
        <a:off x="925462" y="2477317"/>
        <a:ext cx="4341701" cy="707752"/>
      </dsp:txXfrm>
    </dsp:sp>
    <dsp:sp modelId="{49F23D69-D364-4044-AE36-5C8EB580486F}">
      <dsp:nvSpPr>
        <dsp:cNvPr id="0" name=""/>
        <dsp:cNvSpPr/>
      </dsp:nvSpPr>
      <dsp:spPr>
        <a:xfrm>
          <a:off x="483117" y="2388848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084B47-9E19-401A-A77F-3AA7ED46A61C}">
      <dsp:nvSpPr>
        <dsp:cNvPr id="0" name=""/>
        <dsp:cNvSpPr/>
      </dsp:nvSpPr>
      <dsp:spPr>
        <a:xfrm>
          <a:off x="519691" y="3539130"/>
          <a:ext cx="4747472" cy="7077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 baseline="0" dirty="0"/>
            <a:t>«Marley </a:t>
          </a:r>
          <a:r>
            <a:rPr lang="it-IT" sz="1900" b="0" i="0" strike="sngStrike" kern="1200" baseline="0" dirty="0"/>
            <a:t>&amp;</a:t>
          </a:r>
          <a:r>
            <a:rPr lang="it-IT" sz="1900" b="0" i="0" kern="1200" baseline="0" dirty="0"/>
            <a:t> </a:t>
          </a:r>
          <a:r>
            <a:rPr lang="it-IT" sz="1900" b="0" i="0" strike="sngStrike" kern="1200" baseline="0" dirty="0"/>
            <a:t>Me»</a:t>
          </a:r>
          <a:endParaRPr lang="it-IT" sz="1900" strike="sngStrike" kern="1200" baseline="0" dirty="0"/>
        </a:p>
      </dsp:txBody>
      <dsp:txXfrm>
        <a:off x="519691" y="3539130"/>
        <a:ext cx="4747472" cy="707752"/>
      </dsp:txXfrm>
    </dsp:sp>
    <dsp:sp modelId="{00570FBA-71F0-4111-A883-DE7B955195BC}">
      <dsp:nvSpPr>
        <dsp:cNvPr id="0" name=""/>
        <dsp:cNvSpPr/>
      </dsp:nvSpPr>
      <dsp:spPr>
        <a:xfrm>
          <a:off x="77346" y="3450661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2F8A6C-7349-488B-B57D-9E414D4F7264}">
      <dsp:nvSpPr>
        <dsp:cNvPr id="0" name=""/>
        <dsp:cNvSpPr/>
      </dsp:nvSpPr>
      <dsp:spPr>
        <a:xfrm>
          <a:off x="-5201406" y="-796698"/>
          <a:ext cx="6193972" cy="6193972"/>
        </a:xfrm>
        <a:prstGeom prst="blockArc">
          <a:avLst>
            <a:gd name="adj1" fmla="val 18900000"/>
            <a:gd name="adj2" fmla="val 2700000"/>
            <a:gd name="adj3" fmla="val 349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030B9F-464C-4515-8B49-0C489623D80E}">
      <dsp:nvSpPr>
        <dsp:cNvPr id="0" name=""/>
        <dsp:cNvSpPr/>
      </dsp:nvSpPr>
      <dsp:spPr>
        <a:xfrm>
          <a:off x="519691" y="353692"/>
          <a:ext cx="4747472" cy="7077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strike="sngStrike" kern="1200" dirty="0"/>
            <a:t>In</a:t>
          </a:r>
          <a:r>
            <a:rPr lang="en-US" sz="1700" kern="1200" dirty="0"/>
            <a:t> case </a:t>
          </a:r>
          <a:r>
            <a:rPr lang="en-US" sz="1700" strike="sngStrike" kern="1200" dirty="0"/>
            <a:t>you</a:t>
          </a:r>
          <a:r>
            <a:rPr lang="en-US" sz="1700" kern="1200" dirty="0"/>
            <a:t> have missed </a:t>
          </a:r>
          <a:r>
            <a:rPr lang="en-US" sz="1700" strike="sngStrike" kern="1200" dirty="0"/>
            <a:t>it</a:t>
          </a:r>
          <a:r>
            <a:rPr lang="en-US" sz="1700" kern="1200" dirty="0"/>
            <a:t>, </a:t>
          </a:r>
          <a:r>
            <a:rPr lang="en-US" sz="1700" strike="sngStrike" kern="1200" dirty="0"/>
            <a:t>the</a:t>
          </a:r>
          <a:r>
            <a:rPr lang="en-US" sz="1700" kern="1200" dirty="0"/>
            <a:t> Olympic Games are coming.</a:t>
          </a:r>
          <a:endParaRPr lang="it-IT" sz="1700" kern="1200" dirty="0"/>
        </a:p>
      </dsp:txBody>
      <dsp:txXfrm>
        <a:off x="519691" y="353692"/>
        <a:ext cx="4747472" cy="707752"/>
      </dsp:txXfrm>
    </dsp:sp>
    <dsp:sp modelId="{A39A2BF1-9B33-47B8-B573-393C69B6338F}">
      <dsp:nvSpPr>
        <dsp:cNvPr id="0" name=""/>
        <dsp:cNvSpPr/>
      </dsp:nvSpPr>
      <dsp:spPr>
        <a:xfrm>
          <a:off x="77346" y="265223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6E9645-ABAD-45AB-B7D6-919625588FCD}">
      <dsp:nvSpPr>
        <dsp:cNvPr id="0" name=""/>
        <dsp:cNvSpPr/>
      </dsp:nvSpPr>
      <dsp:spPr>
        <a:xfrm>
          <a:off x="925462" y="1415504"/>
          <a:ext cx="4341701" cy="7077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strike="sngStrike" kern="1200" dirty="0"/>
            <a:t>A</a:t>
          </a:r>
          <a:r>
            <a:rPr lang="en-US" sz="1700" kern="1200" dirty="0"/>
            <a:t> huge doping row is overshadowing </a:t>
          </a:r>
          <a:r>
            <a:rPr lang="en-US" sz="1700" strike="sngStrike" kern="1200" dirty="0"/>
            <a:t>the</a:t>
          </a:r>
          <a:r>
            <a:rPr lang="en-US" sz="1700" kern="1200" dirty="0"/>
            <a:t> start </a:t>
          </a:r>
          <a:r>
            <a:rPr lang="en-US" sz="1700" strike="sngStrike" kern="1200" dirty="0"/>
            <a:t>of</a:t>
          </a:r>
          <a:r>
            <a:rPr lang="en-US" sz="1700" kern="1200" dirty="0"/>
            <a:t> </a:t>
          </a:r>
          <a:r>
            <a:rPr lang="en-US" sz="1700" strike="sngStrike" kern="1200" dirty="0"/>
            <a:t>the</a:t>
          </a:r>
          <a:r>
            <a:rPr lang="en-US" sz="1700" kern="1200" dirty="0"/>
            <a:t> Olympic Games</a:t>
          </a:r>
          <a:endParaRPr lang="it-IT" sz="1700" kern="1200" dirty="0"/>
        </a:p>
      </dsp:txBody>
      <dsp:txXfrm>
        <a:off x="925462" y="1415504"/>
        <a:ext cx="4341701" cy="707752"/>
      </dsp:txXfrm>
    </dsp:sp>
    <dsp:sp modelId="{32EB8752-8E6B-4D50-8F32-2014C8B35F01}">
      <dsp:nvSpPr>
        <dsp:cNvPr id="0" name=""/>
        <dsp:cNvSpPr/>
      </dsp:nvSpPr>
      <dsp:spPr>
        <a:xfrm>
          <a:off x="483117" y="1327035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4D4EA-27EC-4786-86B8-284FA3F11FCB}">
      <dsp:nvSpPr>
        <dsp:cNvPr id="0" name=""/>
        <dsp:cNvSpPr/>
      </dsp:nvSpPr>
      <dsp:spPr>
        <a:xfrm>
          <a:off x="925462" y="2477317"/>
          <a:ext cx="4341701" cy="7077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British athletes have turned </a:t>
          </a:r>
          <a:r>
            <a:rPr lang="en-US" sz="1700" strike="sngStrike" kern="1200" dirty="0"/>
            <a:t>their</a:t>
          </a:r>
          <a:r>
            <a:rPr lang="en-US" sz="1700" kern="1200" dirty="0"/>
            <a:t> </a:t>
          </a:r>
          <a:r>
            <a:rPr lang="en-US" sz="1700" strike="sngStrike" kern="1200" dirty="0"/>
            <a:t>backs</a:t>
          </a:r>
          <a:r>
            <a:rPr lang="en-US" sz="1700" kern="1200" dirty="0"/>
            <a:t> </a:t>
          </a:r>
          <a:r>
            <a:rPr lang="en-US" sz="1700" strike="sngStrike" kern="1200" dirty="0"/>
            <a:t>on</a:t>
          </a:r>
          <a:r>
            <a:rPr lang="en-US" sz="1700" kern="1200" dirty="0"/>
            <a:t> restaurants </a:t>
          </a:r>
          <a:r>
            <a:rPr lang="en-US" sz="1700" strike="sngStrike" kern="1200" dirty="0"/>
            <a:t>in</a:t>
          </a:r>
          <a:r>
            <a:rPr lang="en-US" sz="1700" kern="1200" dirty="0"/>
            <a:t> </a:t>
          </a:r>
          <a:r>
            <a:rPr lang="en-US" sz="1700" strike="sngStrike" kern="1200" dirty="0"/>
            <a:t>the</a:t>
          </a:r>
          <a:r>
            <a:rPr lang="en-US" sz="1700" kern="1200" dirty="0"/>
            <a:t> Paris</a:t>
          </a:r>
          <a:endParaRPr lang="it-IT" sz="1700" kern="1200" dirty="0"/>
        </a:p>
      </dsp:txBody>
      <dsp:txXfrm>
        <a:off x="925462" y="2477317"/>
        <a:ext cx="4341701" cy="707752"/>
      </dsp:txXfrm>
    </dsp:sp>
    <dsp:sp modelId="{FE83DEC1-E0BB-455A-BA80-8B1517B7A36B}">
      <dsp:nvSpPr>
        <dsp:cNvPr id="0" name=""/>
        <dsp:cNvSpPr/>
      </dsp:nvSpPr>
      <dsp:spPr>
        <a:xfrm>
          <a:off x="483117" y="2388848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EBEE8C-89D1-44E7-85CE-A3C4D96EA1E8}">
      <dsp:nvSpPr>
        <dsp:cNvPr id="0" name=""/>
        <dsp:cNvSpPr/>
      </dsp:nvSpPr>
      <dsp:spPr>
        <a:xfrm>
          <a:off x="519691" y="3539130"/>
          <a:ext cx="4747472" cy="7077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strike="sngStrike" kern="1200" dirty="0"/>
            <a:t>When</a:t>
          </a:r>
          <a:r>
            <a:rPr lang="en-US" sz="1700" strike="noStrike" kern="1200" dirty="0"/>
            <a:t> Elon Musk spoke </a:t>
          </a:r>
          <a:r>
            <a:rPr lang="en-US" sz="1700" strike="sngStrike" kern="1200" dirty="0"/>
            <a:t>about</a:t>
          </a:r>
          <a:r>
            <a:rPr lang="en-US" sz="1700" strike="noStrike" kern="1200" dirty="0"/>
            <a:t> </a:t>
          </a:r>
          <a:r>
            <a:rPr lang="en-US" sz="1700" strike="sngStrike" kern="1200" dirty="0"/>
            <a:t>the</a:t>
          </a:r>
          <a:endParaRPr lang="it-IT" sz="1700" strike="noStrike" kern="1200" dirty="0"/>
        </a:p>
      </dsp:txBody>
      <dsp:txXfrm>
        <a:off x="519691" y="3539130"/>
        <a:ext cx="4747472" cy="707752"/>
      </dsp:txXfrm>
    </dsp:sp>
    <dsp:sp modelId="{5E06C198-1BDA-46A0-8106-E7EEBB2BA012}">
      <dsp:nvSpPr>
        <dsp:cNvPr id="0" name=""/>
        <dsp:cNvSpPr/>
      </dsp:nvSpPr>
      <dsp:spPr>
        <a:xfrm>
          <a:off x="77346" y="3450661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ACBBDE-2A4F-4987-B370-DCCE96DC19EF}">
      <dsp:nvSpPr>
        <dsp:cNvPr id="0" name=""/>
        <dsp:cNvSpPr/>
      </dsp:nvSpPr>
      <dsp:spPr>
        <a:xfrm>
          <a:off x="-4920923" y="-754058"/>
          <a:ext cx="5860779" cy="5860779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72E985-EDD4-4939-B770-E72C4960DB2B}">
      <dsp:nvSpPr>
        <dsp:cNvPr id="0" name=""/>
        <dsp:cNvSpPr/>
      </dsp:nvSpPr>
      <dsp:spPr>
        <a:xfrm>
          <a:off x="604470" y="435266"/>
          <a:ext cx="10546708" cy="870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98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400" kern="1200" dirty="0"/>
            <a:t>Assign a weight to all users respecting the similarity with the active user </a:t>
          </a:r>
          <a:r>
            <a:rPr lang="en-US" sz="2400" i="1" kern="1200" dirty="0"/>
            <a:t>(</a:t>
          </a:r>
          <a:r>
            <a:rPr lang="it-IT" sz="2400" i="1" kern="1200" dirty="0"/>
            <a:t>Pearson </a:t>
          </a:r>
          <a:r>
            <a:rPr lang="it-IT" sz="2400" i="1" kern="1200" dirty="0" err="1"/>
            <a:t>correlation</a:t>
          </a:r>
          <a:r>
            <a:rPr lang="it-IT" sz="2400" i="1" kern="1200" dirty="0"/>
            <a:t> </a:t>
          </a:r>
          <a:r>
            <a:rPr lang="it-IT" sz="2400" i="1" kern="1200" dirty="0" err="1"/>
            <a:t>coefficient</a:t>
          </a:r>
          <a:r>
            <a:rPr lang="it-IT" sz="2400" i="1" kern="1200" dirty="0"/>
            <a:t>)</a:t>
          </a:r>
          <a:endParaRPr lang="it-IT" sz="2400" kern="1200" dirty="0"/>
        </a:p>
      </dsp:txBody>
      <dsp:txXfrm>
        <a:off x="604470" y="435266"/>
        <a:ext cx="10546708" cy="870532"/>
      </dsp:txXfrm>
    </dsp:sp>
    <dsp:sp modelId="{C0EBFE18-BCC1-4302-BD2A-C0080E9E1222}">
      <dsp:nvSpPr>
        <dsp:cNvPr id="0" name=""/>
        <dsp:cNvSpPr/>
      </dsp:nvSpPr>
      <dsp:spPr>
        <a:xfrm>
          <a:off x="60387" y="326449"/>
          <a:ext cx="1088165" cy="10881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F2A87-7A35-4D1C-8694-1B68F3A356A0}">
      <dsp:nvSpPr>
        <dsp:cNvPr id="0" name=""/>
        <dsp:cNvSpPr/>
      </dsp:nvSpPr>
      <dsp:spPr>
        <a:xfrm>
          <a:off x="920909" y="1741065"/>
          <a:ext cx="10230270" cy="870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98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400" kern="1200" dirty="0"/>
            <a:t>Select a subset of users that have more high similar preferences of active user </a:t>
          </a:r>
          <a:r>
            <a:rPr lang="en-US" sz="2400" i="1" kern="1200" dirty="0"/>
            <a:t>(n</a:t>
          </a:r>
          <a:r>
            <a:rPr lang="it-IT" sz="2400" i="1" kern="1200" dirty="0" err="1"/>
            <a:t>eighborhood</a:t>
          </a:r>
          <a:r>
            <a:rPr lang="it-IT" sz="2400" i="1" kern="1200" dirty="0"/>
            <a:t>)</a:t>
          </a:r>
          <a:endParaRPr lang="it-IT" sz="2400" kern="1200" dirty="0"/>
        </a:p>
      </dsp:txBody>
      <dsp:txXfrm>
        <a:off x="920909" y="1741065"/>
        <a:ext cx="10230270" cy="870532"/>
      </dsp:txXfrm>
    </dsp:sp>
    <dsp:sp modelId="{D1F17CD7-4BCA-4167-94CF-576EC1D66BE5}">
      <dsp:nvSpPr>
        <dsp:cNvPr id="0" name=""/>
        <dsp:cNvSpPr/>
      </dsp:nvSpPr>
      <dsp:spPr>
        <a:xfrm>
          <a:off x="376826" y="1632248"/>
          <a:ext cx="1088165" cy="10881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A24F5A-2BB6-46A7-B0BC-8F8295FF3FBB}">
      <dsp:nvSpPr>
        <dsp:cNvPr id="0" name=""/>
        <dsp:cNvSpPr/>
      </dsp:nvSpPr>
      <dsp:spPr>
        <a:xfrm>
          <a:off x="604470" y="3046864"/>
          <a:ext cx="10546708" cy="870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98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400" kern="1200" dirty="0"/>
            <a:t>Calculate the prediction value using a weighted average across neighborhood ratings</a:t>
          </a:r>
          <a:r>
            <a:rPr lang="it-IT" sz="2400" kern="1200" dirty="0"/>
            <a:t>                                                                                                                                                                                                                 </a:t>
          </a:r>
        </a:p>
      </dsp:txBody>
      <dsp:txXfrm>
        <a:off x="604470" y="3046864"/>
        <a:ext cx="10546708" cy="870532"/>
      </dsp:txXfrm>
    </dsp:sp>
    <dsp:sp modelId="{C226D15F-FC8A-4C69-8878-BF3556862FB8}">
      <dsp:nvSpPr>
        <dsp:cNvPr id="0" name=""/>
        <dsp:cNvSpPr/>
      </dsp:nvSpPr>
      <dsp:spPr>
        <a:xfrm>
          <a:off x="60387" y="2938047"/>
          <a:ext cx="1088165" cy="10881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80F98-B084-48B7-95A2-8D2CB29A586A}">
      <dsp:nvSpPr>
        <dsp:cNvPr id="0" name=""/>
        <dsp:cNvSpPr/>
      </dsp:nvSpPr>
      <dsp:spPr>
        <a:xfrm>
          <a:off x="88825" y="746"/>
          <a:ext cx="3316255" cy="19897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dirty="0"/>
            <a:t>I</a:t>
          </a:r>
          <a:r>
            <a:rPr lang="en-US" sz="2200" b="0" i="0" kern="1200" dirty="0"/>
            <a:t>s used to understand</a:t>
          </a:r>
          <a:r>
            <a:rPr lang="en-US" sz="2200" b="0" i="1" kern="1200" dirty="0"/>
            <a:t> </a:t>
          </a:r>
          <a:r>
            <a:rPr lang="en-US" sz="2200" b="0" i="0" kern="1200" dirty="0"/>
            <a:t>the strength of the relationship between two variables. </a:t>
          </a:r>
          <a:endParaRPr lang="it-IT" sz="2200" b="0" kern="1200" dirty="0"/>
        </a:p>
      </dsp:txBody>
      <dsp:txXfrm>
        <a:off x="88825" y="746"/>
        <a:ext cx="3316255" cy="1989753"/>
      </dsp:txXfrm>
    </dsp:sp>
    <dsp:sp modelId="{24864318-4E2F-4A9F-B928-B2514ADCB86A}">
      <dsp:nvSpPr>
        <dsp:cNvPr id="0" name=""/>
        <dsp:cNvSpPr/>
      </dsp:nvSpPr>
      <dsp:spPr>
        <a:xfrm>
          <a:off x="3736707" y="746"/>
          <a:ext cx="3704058" cy="19897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Your variables of interest are: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700" b="0" i="0" kern="1200" dirty="0"/>
            <a:t>Should be continuous</a:t>
          </a:r>
          <a:endParaRPr lang="it-IT" sz="1700" b="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700" b="0" i="0" kern="1200" dirty="0"/>
            <a:t>Be normally distributed</a:t>
          </a:r>
          <a:endParaRPr lang="it-IT" sz="1700" b="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700" b="0" i="0" kern="1200" dirty="0"/>
            <a:t>Be linearly related</a:t>
          </a:r>
          <a:endParaRPr lang="it-IT" sz="1700" b="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700" b="0" i="0" kern="1200" dirty="0"/>
            <a:t>Be outlier free. </a:t>
          </a:r>
          <a:endParaRPr lang="it-IT" sz="1700" b="0" kern="1200" dirty="0"/>
        </a:p>
      </dsp:txBody>
      <dsp:txXfrm>
        <a:off x="3736707" y="746"/>
        <a:ext cx="3704058" cy="1989753"/>
      </dsp:txXfrm>
    </dsp:sp>
    <dsp:sp modelId="{A7C00FBB-9E41-42BC-A4A0-5F038D98A8C4}">
      <dsp:nvSpPr>
        <dsp:cNvPr id="0" name=""/>
        <dsp:cNvSpPr/>
      </dsp:nvSpPr>
      <dsp:spPr>
        <a:xfrm>
          <a:off x="2106668" y="2322125"/>
          <a:ext cx="3316255" cy="19897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In addition, your variables should have a similar spread across their individual ranges.</a:t>
          </a:r>
          <a:endParaRPr lang="it-IT" sz="2200" b="0" kern="1200" dirty="0"/>
        </a:p>
      </dsp:txBody>
      <dsp:txXfrm>
        <a:off x="2106668" y="2322125"/>
        <a:ext cx="3316255" cy="198975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36148-E064-4B21-BBCB-7EB80A660845}">
      <dsp:nvSpPr>
        <dsp:cNvPr id="0" name=""/>
        <dsp:cNvSpPr/>
      </dsp:nvSpPr>
      <dsp:spPr>
        <a:xfrm>
          <a:off x="0" y="701039"/>
          <a:ext cx="5330825" cy="31984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0" kern="1200" dirty="0"/>
            <a:t>Measures the similarity </a:t>
          </a:r>
          <a:r>
            <a:rPr lang="en-US" sz="4600" b="0" kern="1200" dirty="0" err="1"/>
            <a:t>beetwen</a:t>
          </a:r>
          <a:r>
            <a:rPr lang="en-US" sz="4600" b="0" kern="1200" dirty="0"/>
            <a:t> user active </a:t>
          </a:r>
          <a:r>
            <a:rPr lang="en-US" sz="4600" b="0" i="1" kern="1200" dirty="0"/>
            <a:t>"a"</a:t>
          </a:r>
          <a:r>
            <a:rPr lang="en-US" sz="4600" b="0" kern="1200" dirty="0"/>
            <a:t> and generic user </a:t>
          </a:r>
          <a:r>
            <a:rPr lang="en-US" sz="4600" b="0" i="1" kern="1200" dirty="0"/>
            <a:t>"u”</a:t>
          </a:r>
          <a:endParaRPr lang="it-IT" sz="4600" b="0" i="1" kern="1200" dirty="0"/>
        </a:p>
      </dsp:txBody>
      <dsp:txXfrm>
        <a:off x="0" y="701039"/>
        <a:ext cx="5330825" cy="319849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8D3D23-08CC-4B8A-82FE-BCB9625D46AB}">
      <dsp:nvSpPr>
        <dsp:cNvPr id="0" name=""/>
        <dsp:cNvSpPr/>
      </dsp:nvSpPr>
      <dsp:spPr>
        <a:xfrm>
          <a:off x="0" y="435712"/>
          <a:ext cx="6104296" cy="36625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0" kern="1200" dirty="0"/>
            <a:t>Weighted average of the difference between the neighborhood rating and their average rating</a:t>
          </a:r>
          <a:endParaRPr lang="it-IT" sz="4300" b="0" kern="1200" dirty="0"/>
        </a:p>
      </dsp:txBody>
      <dsp:txXfrm>
        <a:off x="0" y="435712"/>
        <a:ext cx="6104296" cy="366257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A4201-98DF-4584-A81F-842B49F6EFA7}">
      <dsp:nvSpPr>
        <dsp:cNvPr id="0" name=""/>
        <dsp:cNvSpPr/>
      </dsp:nvSpPr>
      <dsp:spPr>
        <a:xfrm>
          <a:off x="-5032576" y="-771032"/>
          <a:ext cx="5993414" cy="5993414"/>
        </a:xfrm>
        <a:prstGeom prst="blockArc">
          <a:avLst>
            <a:gd name="adj1" fmla="val 18900000"/>
            <a:gd name="adj2" fmla="val 2700000"/>
            <a:gd name="adj3" fmla="val 360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AED173-4901-4F89-9D68-0082672AEFA1}">
      <dsp:nvSpPr>
        <dsp:cNvPr id="0" name=""/>
        <dsp:cNvSpPr/>
      </dsp:nvSpPr>
      <dsp:spPr>
        <a:xfrm>
          <a:off x="617971" y="445135"/>
          <a:ext cx="10531648" cy="8902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652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900" kern="1200" dirty="0"/>
            <a:t>Matrix </a:t>
          </a:r>
          <a:r>
            <a:rPr lang="it-IT" sz="3900" kern="1200" dirty="0" err="1"/>
            <a:t>factorization</a:t>
          </a:r>
          <a:endParaRPr lang="it-IT" sz="3900" kern="1200" dirty="0"/>
        </a:p>
      </dsp:txBody>
      <dsp:txXfrm>
        <a:off x="617971" y="445135"/>
        <a:ext cx="10531648" cy="890270"/>
      </dsp:txXfrm>
    </dsp:sp>
    <dsp:sp modelId="{5347B762-4695-46FE-B635-585652094BEF}">
      <dsp:nvSpPr>
        <dsp:cNvPr id="0" name=""/>
        <dsp:cNvSpPr/>
      </dsp:nvSpPr>
      <dsp:spPr>
        <a:xfrm>
          <a:off x="61552" y="333851"/>
          <a:ext cx="1112837" cy="11128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1DCCFA-BF32-45A5-996F-30D3E640AD5D}">
      <dsp:nvSpPr>
        <dsp:cNvPr id="0" name=""/>
        <dsp:cNvSpPr/>
      </dsp:nvSpPr>
      <dsp:spPr>
        <a:xfrm>
          <a:off x="941584" y="1780540"/>
          <a:ext cx="10208035" cy="8902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652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900" kern="1200" dirty="0"/>
            <a:t>SVD – </a:t>
          </a:r>
          <a:r>
            <a:rPr lang="it-IT" sz="3900" i="1" kern="1200" dirty="0" err="1"/>
            <a:t>Singular</a:t>
          </a:r>
          <a:r>
            <a:rPr lang="it-IT" sz="3900" i="1" kern="1200" dirty="0"/>
            <a:t> </a:t>
          </a:r>
          <a:r>
            <a:rPr lang="it-IT" sz="3900" i="1" kern="1200" dirty="0" err="1"/>
            <a:t>value</a:t>
          </a:r>
          <a:r>
            <a:rPr lang="it-IT" sz="3900" i="1" kern="1200" dirty="0"/>
            <a:t> </a:t>
          </a:r>
          <a:r>
            <a:rPr lang="it-IT" sz="3900" i="1" kern="1200" dirty="0" err="1"/>
            <a:t>decomposition</a:t>
          </a:r>
          <a:r>
            <a:rPr lang="it-IT" sz="3900" i="1" kern="1200" dirty="0"/>
            <a:t> </a:t>
          </a:r>
          <a:r>
            <a:rPr lang="it-IT" sz="3900" i="1" kern="1200" dirty="0" err="1"/>
            <a:t>matrix</a:t>
          </a:r>
          <a:endParaRPr lang="it-IT" sz="3900" kern="1200" dirty="0"/>
        </a:p>
      </dsp:txBody>
      <dsp:txXfrm>
        <a:off x="941584" y="1780540"/>
        <a:ext cx="10208035" cy="890270"/>
      </dsp:txXfrm>
    </dsp:sp>
    <dsp:sp modelId="{A1DB817B-54A8-43A6-9D10-E448AEC90D4A}">
      <dsp:nvSpPr>
        <dsp:cNvPr id="0" name=""/>
        <dsp:cNvSpPr/>
      </dsp:nvSpPr>
      <dsp:spPr>
        <a:xfrm>
          <a:off x="385166" y="1669256"/>
          <a:ext cx="1112837" cy="11128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2DE816-C90C-4DBA-A20F-291C40521BF9}">
      <dsp:nvSpPr>
        <dsp:cNvPr id="0" name=""/>
        <dsp:cNvSpPr/>
      </dsp:nvSpPr>
      <dsp:spPr>
        <a:xfrm>
          <a:off x="617971" y="3115945"/>
          <a:ext cx="10531648" cy="8902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652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900" kern="1200"/>
            <a:t>Latent factor</a:t>
          </a:r>
          <a:endParaRPr lang="it-IT" sz="3900" kern="1200" dirty="0"/>
        </a:p>
      </dsp:txBody>
      <dsp:txXfrm>
        <a:off x="617971" y="3115945"/>
        <a:ext cx="10531648" cy="890270"/>
      </dsp:txXfrm>
    </dsp:sp>
    <dsp:sp modelId="{D0814CD9-E279-48D7-B6EA-54EE4379F352}">
      <dsp:nvSpPr>
        <dsp:cNvPr id="0" name=""/>
        <dsp:cNvSpPr/>
      </dsp:nvSpPr>
      <dsp:spPr>
        <a:xfrm>
          <a:off x="61552" y="3004661"/>
          <a:ext cx="1112837" cy="11128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E86623-40D1-4CE4-B0E2-580E82062F5F}">
      <dsp:nvSpPr>
        <dsp:cNvPr id="0" name=""/>
        <dsp:cNvSpPr/>
      </dsp:nvSpPr>
      <dsp:spPr>
        <a:xfrm>
          <a:off x="898014" y="2670"/>
          <a:ext cx="3534795" cy="21208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Decomposes a large sparse matrix into the product of smaller dense matrices</a:t>
          </a:r>
          <a:endParaRPr lang="it-IT" sz="2700" kern="1200" dirty="0"/>
        </a:p>
      </dsp:txBody>
      <dsp:txXfrm>
        <a:off x="898014" y="2670"/>
        <a:ext cx="3534795" cy="2120877"/>
      </dsp:txXfrm>
    </dsp:sp>
    <dsp:sp modelId="{D122179F-92E6-49F9-8BF1-2481381A5E93}">
      <dsp:nvSpPr>
        <dsp:cNvPr id="0" name=""/>
        <dsp:cNvSpPr/>
      </dsp:nvSpPr>
      <dsp:spPr>
        <a:xfrm>
          <a:off x="898014" y="2477027"/>
          <a:ext cx="3534795" cy="21208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b="1" kern="1200" dirty="0"/>
            <a:t>R = U x V</a:t>
          </a:r>
          <a:r>
            <a:rPr lang="it-IT" sz="2700" b="1" kern="1200" baseline="30000" dirty="0"/>
            <a:t>T</a:t>
          </a:r>
        </a:p>
      </dsp:txBody>
      <dsp:txXfrm>
        <a:off x="898014" y="2477027"/>
        <a:ext cx="3534795" cy="212087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807D5-B98D-43BB-925D-C524BA9A1EB9}">
      <dsp:nvSpPr>
        <dsp:cNvPr id="0" name=""/>
        <dsp:cNvSpPr/>
      </dsp:nvSpPr>
      <dsp:spPr>
        <a:xfrm>
          <a:off x="0" y="201893"/>
          <a:ext cx="7442200" cy="7985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597" tIns="270764" rIns="577597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300" b="0" kern="1200" dirty="0" err="1"/>
            <a:t>Initial</a:t>
          </a:r>
          <a:r>
            <a:rPr lang="it-IT" sz="1300" b="0" kern="1200" dirty="0"/>
            <a:t> users-items </a:t>
          </a:r>
          <a:r>
            <a:rPr lang="it-IT" sz="1300" b="0" kern="1200" dirty="0" err="1"/>
            <a:t>matrix</a:t>
          </a:r>
          <a:endParaRPr lang="it-IT" sz="1300" b="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300" b="0" kern="1200" dirty="0"/>
            <a:t>Rank </a:t>
          </a:r>
          <a:r>
            <a:rPr lang="it-IT" sz="1300" b="0" kern="1200" dirty="0" err="1"/>
            <a:t>is</a:t>
          </a:r>
          <a:r>
            <a:rPr lang="it-IT" sz="1300" b="0" kern="1200" dirty="0"/>
            <a:t> m x n</a:t>
          </a:r>
        </a:p>
      </dsp:txBody>
      <dsp:txXfrm>
        <a:off x="0" y="201893"/>
        <a:ext cx="7442200" cy="798525"/>
      </dsp:txXfrm>
    </dsp:sp>
    <dsp:sp modelId="{6BB289C2-FBDE-4BEE-9DA4-C6EF0846F4C2}">
      <dsp:nvSpPr>
        <dsp:cNvPr id="0" name=""/>
        <dsp:cNvSpPr/>
      </dsp:nvSpPr>
      <dsp:spPr>
        <a:xfrm>
          <a:off x="372110" y="10013"/>
          <a:ext cx="5209540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6908" tIns="0" rIns="196908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A</a:t>
          </a:r>
        </a:p>
      </dsp:txBody>
      <dsp:txXfrm>
        <a:off x="390844" y="28747"/>
        <a:ext cx="5172072" cy="346292"/>
      </dsp:txXfrm>
    </dsp:sp>
    <dsp:sp modelId="{D26BF120-ED99-4122-A187-670F4D97A61D}">
      <dsp:nvSpPr>
        <dsp:cNvPr id="0" name=""/>
        <dsp:cNvSpPr/>
      </dsp:nvSpPr>
      <dsp:spPr>
        <a:xfrm>
          <a:off x="0" y="1262498"/>
          <a:ext cx="7442200" cy="1003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597" tIns="270764" rIns="577597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300" kern="1200" dirty="0"/>
            <a:t>Matrix with the first K vectors relating to users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300" kern="1200" dirty="0"/>
            <a:t>U-is left singular matrix (columns are left singular vectors). U columns contain eigenvectors of matrix MMᵗ</a:t>
          </a:r>
          <a:endParaRPr lang="it-IT" sz="1300" kern="1200" dirty="0"/>
        </a:p>
      </dsp:txBody>
      <dsp:txXfrm>
        <a:off x="0" y="1262498"/>
        <a:ext cx="7442200" cy="1003275"/>
      </dsp:txXfrm>
    </dsp:sp>
    <dsp:sp modelId="{77619F02-0EA6-4C29-953D-77699AAB18AF}">
      <dsp:nvSpPr>
        <dsp:cNvPr id="0" name=""/>
        <dsp:cNvSpPr/>
      </dsp:nvSpPr>
      <dsp:spPr>
        <a:xfrm>
          <a:off x="372110" y="1070618"/>
          <a:ext cx="5209540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6908" tIns="0" rIns="196908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U</a:t>
          </a:r>
        </a:p>
      </dsp:txBody>
      <dsp:txXfrm>
        <a:off x="390844" y="1089352"/>
        <a:ext cx="5172072" cy="346292"/>
      </dsp:txXfrm>
    </dsp:sp>
    <dsp:sp modelId="{880740CB-26E0-40EC-AB91-6585CBBDE6FD}">
      <dsp:nvSpPr>
        <dsp:cNvPr id="0" name=""/>
        <dsp:cNvSpPr/>
      </dsp:nvSpPr>
      <dsp:spPr>
        <a:xfrm>
          <a:off x="0" y="2527854"/>
          <a:ext cx="7442200" cy="7985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597" tIns="270764" rIns="577597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300" kern="1200" dirty="0" err="1"/>
            <a:t>Diagonal</a:t>
          </a:r>
          <a:r>
            <a:rPr lang="it-IT" sz="1300" kern="1200" dirty="0"/>
            <a:t> </a:t>
          </a:r>
          <a:r>
            <a:rPr lang="it-IT" sz="1300" kern="1200" dirty="0" err="1"/>
            <a:t>matrix</a:t>
          </a:r>
          <a:r>
            <a:rPr lang="it-IT" sz="1300" kern="1200" dirty="0"/>
            <a:t> with </a:t>
          </a:r>
          <a:r>
            <a:rPr lang="it-IT" sz="1300" kern="1200" dirty="0" err="1"/>
            <a:t>increasing</a:t>
          </a:r>
          <a:r>
            <a:rPr lang="it-IT" sz="1300" kern="1200" dirty="0"/>
            <a:t> </a:t>
          </a:r>
          <a:r>
            <a:rPr lang="it-IT" sz="1300" kern="1200" dirty="0" err="1"/>
            <a:t>values</a:t>
          </a:r>
          <a:r>
            <a:rPr lang="it-IT" sz="1300" kern="1200" dirty="0"/>
            <a:t> </a:t>
          </a:r>
          <a:r>
            <a:rPr lang="it-IT" sz="1300" i="1" kern="1200" baseline="0" dirty="0"/>
            <a:t>σ</a:t>
          </a:r>
          <a:r>
            <a:rPr lang="it-IT" sz="1300" i="1" kern="1200" baseline="-25000" dirty="0"/>
            <a:t>1</a:t>
          </a:r>
          <a:r>
            <a:rPr lang="it-IT" sz="1300" i="1" kern="1200" baseline="0" dirty="0"/>
            <a:t> &lt;= σ</a:t>
          </a:r>
          <a:r>
            <a:rPr lang="it-IT" sz="1300" i="1" kern="1200" baseline="-25000" dirty="0"/>
            <a:t>2</a:t>
          </a:r>
          <a:r>
            <a:rPr lang="it-IT" sz="1300" i="1" kern="1200" baseline="0" dirty="0"/>
            <a:t> &lt;=…&lt;= </a:t>
          </a:r>
          <a:r>
            <a:rPr lang="it-IT" sz="1300" i="1" kern="1200" baseline="0" dirty="0" err="1"/>
            <a:t>σ</a:t>
          </a:r>
          <a:r>
            <a:rPr lang="it-IT" sz="1300" i="1" kern="1200" baseline="-25000" dirty="0" err="1"/>
            <a:t>p</a:t>
          </a:r>
          <a:r>
            <a:rPr lang="it-IT" sz="1300" i="1" kern="1200" baseline="0" dirty="0"/>
            <a:t> (i = 1..p) p = min (m, n)</a:t>
          </a:r>
          <a:endParaRPr lang="it-IT" sz="1300" i="1" kern="1200" baseline="-250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300" i="1" kern="1200" baseline="0" dirty="0"/>
            <a:t>Rank </a:t>
          </a:r>
          <a:r>
            <a:rPr lang="it-IT" sz="1300" i="1" kern="1200" baseline="0" dirty="0" err="1"/>
            <a:t>is</a:t>
          </a:r>
          <a:r>
            <a:rPr lang="it-IT" sz="1300" i="1" kern="1200" baseline="0" dirty="0"/>
            <a:t> m x n</a:t>
          </a:r>
        </a:p>
      </dsp:txBody>
      <dsp:txXfrm>
        <a:off x="0" y="2527854"/>
        <a:ext cx="7442200" cy="798525"/>
      </dsp:txXfrm>
    </dsp:sp>
    <dsp:sp modelId="{9A3726E7-C10A-4F85-B244-62989221B152}">
      <dsp:nvSpPr>
        <dsp:cNvPr id="0" name=""/>
        <dsp:cNvSpPr/>
      </dsp:nvSpPr>
      <dsp:spPr>
        <a:xfrm>
          <a:off x="372110" y="2335974"/>
          <a:ext cx="5209540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6908" tIns="0" rIns="196908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∑</a:t>
          </a:r>
        </a:p>
      </dsp:txBody>
      <dsp:txXfrm>
        <a:off x="390844" y="2354708"/>
        <a:ext cx="5172072" cy="346292"/>
      </dsp:txXfrm>
    </dsp:sp>
    <dsp:sp modelId="{20668403-C46A-4169-A3E2-65DD905A3143}">
      <dsp:nvSpPr>
        <dsp:cNvPr id="0" name=""/>
        <dsp:cNvSpPr/>
      </dsp:nvSpPr>
      <dsp:spPr>
        <a:xfrm>
          <a:off x="0" y="3588459"/>
          <a:ext cx="7442200" cy="1003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597" tIns="270764" rIns="577597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300" kern="1200" dirty="0"/>
            <a:t>Matrix with the first H vectors relating to items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300" kern="1200" dirty="0"/>
            <a:t>V</a:t>
          </a:r>
          <a:r>
            <a:rPr lang="en-US" sz="1300" kern="1200" baseline="30000" dirty="0"/>
            <a:t>*</a:t>
          </a:r>
          <a:r>
            <a:rPr lang="en-US" sz="1300" kern="1200" dirty="0"/>
            <a:t>- is right singular matrix (columns are right singular vectors). V columns contain eigenvectors of matrix MᵗM</a:t>
          </a:r>
          <a:endParaRPr lang="it-IT" sz="1300" kern="1200" dirty="0"/>
        </a:p>
      </dsp:txBody>
      <dsp:txXfrm>
        <a:off x="0" y="3588459"/>
        <a:ext cx="7442200" cy="1003275"/>
      </dsp:txXfrm>
    </dsp:sp>
    <dsp:sp modelId="{18F02DEB-9DD1-4B22-A0E0-CA61373B99B0}">
      <dsp:nvSpPr>
        <dsp:cNvPr id="0" name=""/>
        <dsp:cNvSpPr/>
      </dsp:nvSpPr>
      <dsp:spPr>
        <a:xfrm>
          <a:off x="372110" y="3396579"/>
          <a:ext cx="5209540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6908" tIns="0" rIns="196908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V</a:t>
          </a:r>
          <a:r>
            <a:rPr lang="it-IT" sz="1300" b="1" kern="1200" baseline="30000" dirty="0"/>
            <a:t>*</a:t>
          </a:r>
        </a:p>
      </dsp:txBody>
      <dsp:txXfrm>
        <a:off x="390844" y="3415313"/>
        <a:ext cx="5172072" cy="34629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4E5E4-B4A3-452E-8D2F-2272F0D02811}">
      <dsp:nvSpPr>
        <dsp:cNvPr id="0" name=""/>
        <dsp:cNvSpPr/>
      </dsp:nvSpPr>
      <dsp:spPr>
        <a:xfrm>
          <a:off x="1891471" y="0"/>
          <a:ext cx="3536258" cy="21217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900" kern="1200" dirty="0"/>
            <a:t>A </a:t>
          </a:r>
          <a:r>
            <a:rPr lang="it-IT" sz="3900" kern="1200" dirty="0" err="1"/>
            <a:t>is</a:t>
          </a:r>
          <a:r>
            <a:rPr lang="it-IT" sz="3900" kern="1200" dirty="0"/>
            <a:t> a high sparse </a:t>
          </a:r>
          <a:r>
            <a:rPr lang="it-IT" sz="3900" kern="1200" dirty="0" err="1"/>
            <a:t>matrix</a:t>
          </a:r>
          <a:endParaRPr lang="it-IT" sz="3900" kern="1200" dirty="0"/>
        </a:p>
      </dsp:txBody>
      <dsp:txXfrm>
        <a:off x="1891471" y="0"/>
        <a:ext cx="3536258" cy="2121755"/>
      </dsp:txXfrm>
    </dsp:sp>
    <dsp:sp modelId="{9963DF30-7C8C-4CAB-B093-4F641E7599D0}">
      <dsp:nvSpPr>
        <dsp:cNvPr id="0" name=""/>
        <dsp:cNvSpPr/>
      </dsp:nvSpPr>
      <dsp:spPr>
        <a:xfrm>
          <a:off x="5782275" y="1719"/>
          <a:ext cx="3536258" cy="21217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A is very unbalanced matrix</a:t>
          </a:r>
          <a:endParaRPr lang="it-IT" sz="3900" kern="1200" dirty="0"/>
        </a:p>
      </dsp:txBody>
      <dsp:txXfrm>
        <a:off x="5782275" y="1719"/>
        <a:ext cx="3536258" cy="2121755"/>
      </dsp:txXfrm>
    </dsp:sp>
    <dsp:sp modelId="{FDD6F202-F958-4C07-9E6A-A43091BE514F}">
      <dsp:nvSpPr>
        <dsp:cNvPr id="0" name=""/>
        <dsp:cNvSpPr/>
      </dsp:nvSpPr>
      <dsp:spPr>
        <a:xfrm>
          <a:off x="3837333" y="2477100"/>
          <a:ext cx="3536258" cy="21217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900" kern="1200" dirty="0" err="1"/>
            <a:t>Missing</a:t>
          </a:r>
          <a:r>
            <a:rPr lang="it-IT" sz="3900" kern="1200" dirty="0"/>
            <a:t> </a:t>
          </a:r>
          <a:r>
            <a:rPr lang="it-IT" sz="3900" kern="1200" dirty="0" err="1"/>
            <a:t>exiplicit</a:t>
          </a:r>
          <a:r>
            <a:rPr lang="it-IT" sz="3900" kern="1200" dirty="0"/>
            <a:t> rating </a:t>
          </a:r>
          <a:r>
            <a:rPr lang="it-IT" sz="3900" kern="1200" dirty="0" err="1"/>
            <a:t>value</a:t>
          </a:r>
          <a:endParaRPr lang="it-IT" sz="3900" kern="1200" dirty="0"/>
        </a:p>
      </dsp:txBody>
      <dsp:txXfrm>
        <a:off x="3837333" y="2477100"/>
        <a:ext cx="3536258" cy="212175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151FA5-CC4B-48EF-BF08-8A2883416E32}">
      <dsp:nvSpPr>
        <dsp:cNvPr id="0" name=""/>
        <dsp:cNvSpPr/>
      </dsp:nvSpPr>
      <dsp:spPr>
        <a:xfrm>
          <a:off x="-5201406" y="-796698"/>
          <a:ext cx="6193972" cy="6193972"/>
        </a:xfrm>
        <a:prstGeom prst="blockArc">
          <a:avLst>
            <a:gd name="adj1" fmla="val 18900000"/>
            <a:gd name="adj2" fmla="val 2700000"/>
            <a:gd name="adj3" fmla="val 349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699175-004B-41AD-9E5A-A635FB66B729}">
      <dsp:nvSpPr>
        <dsp:cNvPr id="0" name=""/>
        <dsp:cNvSpPr/>
      </dsp:nvSpPr>
      <dsp:spPr>
        <a:xfrm>
          <a:off x="519691" y="353692"/>
          <a:ext cx="10627572" cy="7077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400" kern="1200" dirty="0"/>
            <a:t>The </a:t>
          </a:r>
          <a:r>
            <a:rPr lang="it-IT" sz="3400" kern="1200" dirty="0" err="1"/>
            <a:t>matrix</a:t>
          </a:r>
          <a:r>
            <a:rPr lang="it-IT" sz="3400" kern="1200" dirty="0"/>
            <a:t> users-items </a:t>
          </a:r>
          <a:r>
            <a:rPr lang="it-IT" sz="3400" kern="1200" dirty="0" err="1"/>
            <a:t>is</a:t>
          </a:r>
          <a:r>
            <a:rPr lang="it-IT" sz="3400" kern="1200" dirty="0"/>
            <a:t> </a:t>
          </a:r>
          <a:r>
            <a:rPr lang="it-IT" sz="3400" kern="1200" dirty="0" err="1"/>
            <a:t>very</a:t>
          </a:r>
          <a:r>
            <a:rPr lang="it-IT" sz="3400" kern="1200" dirty="0"/>
            <a:t> sparse &gt;= 85 %</a:t>
          </a:r>
        </a:p>
      </dsp:txBody>
      <dsp:txXfrm>
        <a:off x="519691" y="353692"/>
        <a:ext cx="10627572" cy="707752"/>
      </dsp:txXfrm>
    </dsp:sp>
    <dsp:sp modelId="{6279DE7C-2186-4088-A4FA-AAD3F6C7490A}">
      <dsp:nvSpPr>
        <dsp:cNvPr id="0" name=""/>
        <dsp:cNvSpPr/>
      </dsp:nvSpPr>
      <dsp:spPr>
        <a:xfrm>
          <a:off x="77346" y="265223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90E554-3B75-495B-8CD8-456F2CF3A6D6}">
      <dsp:nvSpPr>
        <dsp:cNvPr id="0" name=""/>
        <dsp:cNvSpPr/>
      </dsp:nvSpPr>
      <dsp:spPr>
        <a:xfrm>
          <a:off x="925462" y="1415504"/>
          <a:ext cx="10221801" cy="7077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400" kern="1200" dirty="0"/>
            <a:t>The </a:t>
          </a:r>
          <a:r>
            <a:rPr lang="it-IT" sz="3400" kern="1200" dirty="0" err="1"/>
            <a:t>matrix</a:t>
          </a:r>
          <a:r>
            <a:rPr lang="it-IT" sz="3400" kern="1200" dirty="0"/>
            <a:t> users-items </a:t>
          </a:r>
          <a:r>
            <a:rPr lang="it-IT" sz="3400" kern="1200" dirty="0" err="1"/>
            <a:t>is</a:t>
          </a:r>
          <a:r>
            <a:rPr lang="it-IT" sz="3400" kern="1200" dirty="0"/>
            <a:t> </a:t>
          </a:r>
          <a:r>
            <a:rPr lang="it-IT" sz="3400" kern="1200" dirty="0" err="1"/>
            <a:t>very</a:t>
          </a:r>
          <a:r>
            <a:rPr lang="it-IT" sz="3400" kern="1200" dirty="0"/>
            <a:t> </a:t>
          </a:r>
          <a:r>
            <a:rPr lang="it-IT" sz="3400" kern="1200" dirty="0" err="1"/>
            <a:t>unbalanced</a:t>
          </a:r>
          <a:endParaRPr lang="it-IT" sz="3400" kern="1200" dirty="0"/>
        </a:p>
      </dsp:txBody>
      <dsp:txXfrm>
        <a:off x="925462" y="1415504"/>
        <a:ext cx="10221801" cy="707752"/>
      </dsp:txXfrm>
    </dsp:sp>
    <dsp:sp modelId="{6EB60C1E-81F1-4E69-A2A3-CEF9BC102529}">
      <dsp:nvSpPr>
        <dsp:cNvPr id="0" name=""/>
        <dsp:cNvSpPr/>
      </dsp:nvSpPr>
      <dsp:spPr>
        <a:xfrm>
          <a:off x="483117" y="1327035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6AE0A6-BD64-4E34-9220-01A5B55E2442}">
      <dsp:nvSpPr>
        <dsp:cNvPr id="0" name=""/>
        <dsp:cNvSpPr/>
      </dsp:nvSpPr>
      <dsp:spPr>
        <a:xfrm>
          <a:off x="925462" y="2477317"/>
          <a:ext cx="10221801" cy="7077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The current value of RMSE is &lt;= 0,5</a:t>
          </a:r>
          <a:endParaRPr lang="it-IT" sz="3400" kern="1200" dirty="0"/>
        </a:p>
      </dsp:txBody>
      <dsp:txXfrm>
        <a:off x="925462" y="2477317"/>
        <a:ext cx="10221801" cy="707752"/>
      </dsp:txXfrm>
    </dsp:sp>
    <dsp:sp modelId="{E4F3C551-D789-46D9-AB8E-91E5FE5EE98A}">
      <dsp:nvSpPr>
        <dsp:cNvPr id="0" name=""/>
        <dsp:cNvSpPr/>
      </dsp:nvSpPr>
      <dsp:spPr>
        <a:xfrm>
          <a:off x="483117" y="2388848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F79A2E-2DF0-4638-B8F6-E6AD06AF3ECB}">
      <dsp:nvSpPr>
        <dsp:cNvPr id="0" name=""/>
        <dsp:cNvSpPr/>
      </dsp:nvSpPr>
      <dsp:spPr>
        <a:xfrm>
          <a:off x="519691" y="3539130"/>
          <a:ext cx="10627572" cy="7077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400" kern="1200" dirty="0"/>
            <a:t>The model </a:t>
          </a:r>
          <a:r>
            <a:rPr lang="it-IT" sz="3400" kern="1200" dirty="0" err="1"/>
            <a:t>is</a:t>
          </a:r>
          <a:r>
            <a:rPr lang="it-IT" sz="3400" kern="1200" dirty="0"/>
            <a:t> </a:t>
          </a:r>
          <a:r>
            <a:rPr lang="it-IT" sz="3400" kern="1200" dirty="0" err="1"/>
            <a:t>unusable</a:t>
          </a:r>
          <a:endParaRPr lang="it-IT" sz="3400" kern="1200" dirty="0"/>
        </a:p>
      </dsp:txBody>
      <dsp:txXfrm>
        <a:off x="519691" y="3539130"/>
        <a:ext cx="10627572" cy="707752"/>
      </dsp:txXfrm>
    </dsp:sp>
    <dsp:sp modelId="{FB53F789-BF53-4A84-8E25-BA05795A17E2}">
      <dsp:nvSpPr>
        <dsp:cNvPr id="0" name=""/>
        <dsp:cNvSpPr/>
      </dsp:nvSpPr>
      <dsp:spPr>
        <a:xfrm>
          <a:off x="77346" y="3450661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06BFC9-2904-49ED-BDD1-9A012C51063B}">
      <dsp:nvSpPr>
        <dsp:cNvPr id="0" name=""/>
        <dsp:cNvSpPr/>
      </dsp:nvSpPr>
      <dsp:spPr>
        <a:xfrm>
          <a:off x="-11" y="0"/>
          <a:ext cx="11210948" cy="4531771"/>
        </a:xfrm>
        <a:prstGeom prst="swooshArrow">
          <a:avLst>
            <a:gd name="adj1" fmla="val 25000"/>
            <a:gd name="adj2" fmla="val 2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A9E567-6087-422B-A069-5DFA3F1AD6CF}">
      <dsp:nvSpPr>
        <dsp:cNvPr id="0" name=""/>
        <dsp:cNvSpPr/>
      </dsp:nvSpPr>
      <dsp:spPr>
        <a:xfrm>
          <a:off x="1610171" y="3115301"/>
          <a:ext cx="166769" cy="1667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35BF2-8AAC-4059-9566-A481D96FB909}">
      <dsp:nvSpPr>
        <dsp:cNvPr id="0" name=""/>
        <dsp:cNvSpPr/>
      </dsp:nvSpPr>
      <dsp:spPr>
        <a:xfrm>
          <a:off x="1806677" y="3245812"/>
          <a:ext cx="1239892" cy="1078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368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/>
            <a:t>The model </a:t>
          </a:r>
          <a:r>
            <a:rPr lang="it-IT" sz="1100" b="1" kern="1200" dirty="0" err="1"/>
            <a:t>is</a:t>
          </a:r>
          <a:r>
            <a:rPr lang="it-IT" sz="1100" b="1" kern="1200" dirty="0"/>
            <a:t> </a:t>
          </a:r>
          <a:r>
            <a:rPr lang="it-IT" sz="1100" b="1" kern="1200" dirty="0" err="1"/>
            <a:t>unusable</a:t>
          </a:r>
          <a:endParaRPr lang="it-IT" sz="1100" b="1" kern="1200" dirty="0"/>
        </a:p>
      </dsp:txBody>
      <dsp:txXfrm>
        <a:off x="1806677" y="3245812"/>
        <a:ext cx="1239892" cy="1078561"/>
      </dsp:txXfrm>
    </dsp:sp>
    <dsp:sp modelId="{19B8C5B1-7F59-488D-B7A3-ABA0CBAEBED1}">
      <dsp:nvSpPr>
        <dsp:cNvPr id="0" name=""/>
        <dsp:cNvSpPr/>
      </dsp:nvSpPr>
      <dsp:spPr>
        <a:xfrm>
          <a:off x="3457733" y="2230636"/>
          <a:ext cx="290033" cy="2900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F2C5C9-EFE7-4F50-BE36-03483526EBA9}">
      <dsp:nvSpPr>
        <dsp:cNvPr id="0" name=""/>
        <dsp:cNvSpPr/>
      </dsp:nvSpPr>
      <dsp:spPr>
        <a:xfrm>
          <a:off x="3706447" y="2460751"/>
          <a:ext cx="1522675" cy="2071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683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/>
            <a:t>Reduce the </a:t>
          </a:r>
          <a:r>
            <a:rPr lang="it-IT" sz="1100" b="1" kern="1200" dirty="0" err="1"/>
            <a:t>sparsity</a:t>
          </a:r>
          <a:r>
            <a:rPr lang="it-IT" sz="1100" b="1" kern="1200" dirty="0"/>
            <a:t> and </a:t>
          </a:r>
          <a:r>
            <a:rPr lang="it-IT" sz="1100" b="1" kern="1200" dirty="0" err="1"/>
            <a:t>unbalanced</a:t>
          </a:r>
          <a:r>
            <a:rPr lang="it-IT" sz="1100" b="1" kern="1200" dirty="0"/>
            <a:t> of </a:t>
          </a:r>
          <a:r>
            <a:rPr lang="it-IT" sz="1100" b="1" kern="1200" dirty="0" err="1"/>
            <a:t>matrix</a:t>
          </a:r>
          <a:r>
            <a:rPr lang="it-IT" sz="1100" b="1" kern="1200" dirty="0"/>
            <a:t> users-items</a:t>
          </a:r>
        </a:p>
      </dsp:txBody>
      <dsp:txXfrm>
        <a:off x="3706447" y="2460751"/>
        <a:ext cx="1522675" cy="2071019"/>
      </dsp:txXfrm>
    </dsp:sp>
    <dsp:sp modelId="{67325B5E-4FAF-4940-AF8F-B224260466A0}">
      <dsp:nvSpPr>
        <dsp:cNvPr id="0" name=""/>
        <dsp:cNvSpPr/>
      </dsp:nvSpPr>
      <dsp:spPr>
        <a:xfrm>
          <a:off x="5377061" y="1538989"/>
          <a:ext cx="384294" cy="38429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2DEB60-A91E-4E31-ACD4-4743DC331557}">
      <dsp:nvSpPr>
        <dsp:cNvPr id="0" name=""/>
        <dsp:cNvSpPr/>
      </dsp:nvSpPr>
      <dsp:spPr>
        <a:xfrm>
          <a:off x="5569208" y="1731136"/>
          <a:ext cx="1522675" cy="280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63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/>
            <a:t>Content </a:t>
          </a:r>
          <a:r>
            <a:rPr lang="it-IT" sz="1100" b="1" kern="1200" dirty="0" err="1"/>
            <a:t>boosted</a:t>
          </a:r>
          <a:endParaRPr lang="it-IT" sz="1100" b="1" kern="1200" dirty="0"/>
        </a:p>
      </dsp:txBody>
      <dsp:txXfrm>
        <a:off x="5569208" y="1731136"/>
        <a:ext cx="1522675" cy="2800634"/>
      </dsp:txXfrm>
    </dsp:sp>
    <dsp:sp modelId="{C8D68B98-BB56-43DA-85AF-D2B0BB9EF815}">
      <dsp:nvSpPr>
        <dsp:cNvPr id="0" name=""/>
        <dsp:cNvSpPr/>
      </dsp:nvSpPr>
      <dsp:spPr>
        <a:xfrm>
          <a:off x="8212953" y="996808"/>
          <a:ext cx="514809" cy="51480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6B5DCF-59A2-420B-8B1A-BE6F56A56856}">
      <dsp:nvSpPr>
        <dsp:cNvPr id="0" name=""/>
        <dsp:cNvSpPr/>
      </dsp:nvSpPr>
      <dsp:spPr>
        <a:xfrm>
          <a:off x="8489208" y="1282491"/>
          <a:ext cx="1522675" cy="3249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787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 err="1"/>
            <a:t>Improve</a:t>
          </a:r>
          <a:r>
            <a:rPr lang="it-IT" sz="1100" b="1" kern="1200" dirty="0"/>
            <a:t> </a:t>
          </a:r>
          <a:r>
            <a:rPr lang="it-IT" sz="1100" b="1" kern="1200" dirty="0" err="1"/>
            <a:t>recommendations</a:t>
          </a:r>
          <a:endParaRPr lang="it-IT" sz="1100" b="1" kern="1200" dirty="0"/>
        </a:p>
      </dsp:txBody>
      <dsp:txXfrm>
        <a:off x="8489208" y="1282491"/>
        <a:ext cx="1522675" cy="3249279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3DFD2-0EB2-4E18-A9A6-A5AA846C9882}">
      <dsp:nvSpPr>
        <dsp:cNvPr id="0" name=""/>
        <dsp:cNvSpPr/>
      </dsp:nvSpPr>
      <dsp:spPr>
        <a:xfrm>
          <a:off x="0" y="314336"/>
          <a:ext cx="11210925" cy="1496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395732" rIns="87009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900" b="0" kern="1200" dirty="0" err="1"/>
            <a:t>Generic</a:t>
          </a:r>
          <a:r>
            <a:rPr lang="it-IT" sz="1900" b="0" kern="1200" dirty="0"/>
            <a:t> features of the </a:t>
          </a:r>
          <a:r>
            <a:rPr lang="it-IT" sz="1900" b="0" kern="1200" dirty="0" err="1"/>
            <a:t>articles</a:t>
          </a:r>
          <a:endParaRPr lang="it-IT" sz="1900" b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900" b="0" kern="1200" dirty="0" err="1"/>
            <a:t>Generic</a:t>
          </a:r>
          <a:r>
            <a:rPr lang="it-IT" sz="1900" b="0" kern="1200" dirty="0"/>
            <a:t> features of the users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it-IT" sz="1900" b="0" kern="1200" dirty="0"/>
            <a:t>Combine </a:t>
          </a:r>
          <a:r>
            <a:rPr lang="it-IT" sz="1900" b="0" kern="1200" dirty="0" err="1"/>
            <a:t>them</a:t>
          </a:r>
          <a:r>
            <a:rPr lang="it-IT" sz="1900" b="0" kern="1200" dirty="0"/>
            <a:t> </a:t>
          </a:r>
          <a:r>
            <a:rPr lang="it-IT" sz="1900" b="0" kern="1200" dirty="0" err="1"/>
            <a:t>into</a:t>
          </a:r>
          <a:r>
            <a:rPr lang="it-IT" sz="1900" b="0" kern="1200" dirty="0"/>
            <a:t> one dataset</a:t>
          </a:r>
        </a:p>
      </dsp:txBody>
      <dsp:txXfrm>
        <a:off x="0" y="314336"/>
        <a:ext cx="11210925" cy="1496250"/>
      </dsp:txXfrm>
    </dsp:sp>
    <dsp:sp modelId="{858F67A5-4C30-4996-B7FC-D06FC8418BCE}">
      <dsp:nvSpPr>
        <dsp:cNvPr id="0" name=""/>
        <dsp:cNvSpPr/>
      </dsp:nvSpPr>
      <dsp:spPr>
        <a:xfrm>
          <a:off x="560546" y="33896"/>
          <a:ext cx="7847647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 err="1"/>
            <a:t>Define</a:t>
          </a:r>
          <a:r>
            <a:rPr lang="it-IT" sz="1900" b="1" kern="1200" dirty="0"/>
            <a:t> knowledge base</a:t>
          </a:r>
        </a:p>
      </dsp:txBody>
      <dsp:txXfrm>
        <a:off x="587926" y="61276"/>
        <a:ext cx="7792887" cy="506120"/>
      </dsp:txXfrm>
    </dsp:sp>
    <dsp:sp modelId="{62EAF4F0-DC0D-4C33-AC76-3ED5837DC255}">
      <dsp:nvSpPr>
        <dsp:cNvPr id="0" name=""/>
        <dsp:cNvSpPr/>
      </dsp:nvSpPr>
      <dsp:spPr>
        <a:xfrm>
          <a:off x="0" y="2193626"/>
          <a:ext cx="11210925" cy="11670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395732" rIns="87009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b="0" kern="1200" dirty="0" err="1"/>
            <a:t>Define</a:t>
          </a:r>
          <a:r>
            <a:rPr lang="it-IT" sz="1900" b="0" kern="1200" dirty="0"/>
            <a:t> a </a:t>
          </a:r>
          <a:r>
            <a:rPr lang="it-IT" sz="1900" b="0" kern="1200" dirty="0" err="1"/>
            <a:t>classifier</a:t>
          </a:r>
          <a:endParaRPr lang="it-IT" sz="1900" b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kern="1200" dirty="0"/>
            <a:t>Determines the rating value for all items for all users</a:t>
          </a:r>
          <a:endParaRPr lang="it-IT" sz="1900" b="0" kern="1200" dirty="0"/>
        </a:p>
      </dsp:txBody>
      <dsp:txXfrm>
        <a:off x="0" y="2193626"/>
        <a:ext cx="11210925" cy="1167075"/>
      </dsp:txXfrm>
    </dsp:sp>
    <dsp:sp modelId="{17F0F8EF-A10E-4D66-955F-1480CA6C292D}">
      <dsp:nvSpPr>
        <dsp:cNvPr id="0" name=""/>
        <dsp:cNvSpPr/>
      </dsp:nvSpPr>
      <dsp:spPr>
        <a:xfrm>
          <a:off x="560546" y="1913186"/>
          <a:ext cx="7847647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/>
            <a:t>Content </a:t>
          </a:r>
          <a:r>
            <a:rPr lang="it-IT" sz="1900" b="1" kern="1200" dirty="0" err="1"/>
            <a:t>boosted</a:t>
          </a:r>
          <a:endParaRPr lang="it-IT" sz="1900" b="1" kern="1200" dirty="0"/>
        </a:p>
      </dsp:txBody>
      <dsp:txXfrm>
        <a:off x="587926" y="1940566"/>
        <a:ext cx="7792887" cy="506120"/>
      </dsp:txXfrm>
    </dsp:sp>
    <dsp:sp modelId="{38601105-795F-4ECD-A277-63E5AB12E23E}">
      <dsp:nvSpPr>
        <dsp:cNvPr id="0" name=""/>
        <dsp:cNvSpPr/>
      </dsp:nvSpPr>
      <dsp:spPr>
        <a:xfrm>
          <a:off x="0" y="3743741"/>
          <a:ext cx="11210925" cy="8229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092" tIns="395732" rIns="87009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 dirty="0" err="1"/>
            <a:t>Current</a:t>
          </a:r>
          <a:r>
            <a:rPr lang="it-IT" sz="1900" kern="1200" dirty="0"/>
            <a:t> </a:t>
          </a:r>
          <a:r>
            <a:rPr lang="it-IT" sz="1900" kern="1200" dirty="0" err="1"/>
            <a:t>value</a:t>
          </a:r>
          <a:r>
            <a:rPr lang="it-IT" sz="1900" kern="1200" dirty="0"/>
            <a:t> of RMSE </a:t>
          </a:r>
          <a:r>
            <a:rPr lang="it-IT" sz="1900" kern="1200" dirty="0" err="1"/>
            <a:t>is</a:t>
          </a:r>
          <a:r>
            <a:rPr lang="it-IT" sz="1900" kern="1200" dirty="0"/>
            <a:t> &lt;= 0,5</a:t>
          </a:r>
        </a:p>
      </dsp:txBody>
      <dsp:txXfrm>
        <a:off x="0" y="3743741"/>
        <a:ext cx="11210925" cy="822937"/>
      </dsp:txXfrm>
    </dsp:sp>
    <dsp:sp modelId="{6B4E2CD1-C54C-4135-9876-8F76EA77572B}">
      <dsp:nvSpPr>
        <dsp:cNvPr id="0" name=""/>
        <dsp:cNvSpPr/>
      </dsp:nvSpPr>
      <dsp:spPr>
        <a:xfrm>
          <a:off x="560546" y="3463301"/>
          <a:ext cx="7847647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622" tIns="0" rIns="29662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 err="1"/>
            <a:t>Improve</a:t>
          </a:r>
          <a:r>
            <a:rPr lang="it-IT" sz="1900" b="1" kern="1200" dirty="0"/>
            <a:t> </a:t>
          </a:r>
          <a:r>
            <a:rPr lang="it-IT" sz="1900" b="1" kern="1200" dirty="0" err="1"/>
            <a:t>recommendations</a:t>
          </a:r>
          <a:endParaRPr lang="it-IT" sz="1900" b="1" kern="1200" dirty="0"/>
        </a:p>
      </dsp:txBody>
      <dsp:txXfrm>
        <a:off x="587926" y="3490681"/>
        <a:ext cx="7792887" cy="506120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6D6B1-9FA3-48A2-847A-2BD38F96912E}">
      <dsp:nvSpPr>
        <dsp:cNvPr id="0" name=""/>
        <dsp:cNvSpPr/>
      </dsp:nvSpPr>
      <dsp:spPr>
        <a:xfrm>
          <a:off x="-5172262" y="-792268"/>
          <a:ext cx="6159351" cy="6159351"/>
        </a:xfrm>
        <a:prstGeom prst="blockArc">
          <a:avLst>
            <a:gd name="adj1" fmla="val 18900000"/>
            <a:gd name="adj2" fmla="val 2700000"/>
            <a:gd name="adj3" fmla="val 351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391E47-1388-46E7-980D-062B3A0738E2}">
      <dsp:nvSpPr>
        <dsp:cNvPr id="0" name=""/>
        <dsp:cNvSpPr/>
      </dsp:nvSpPr>
      <dsp:spPr>
        <a:xfrm>
          <a:off x="431740" y="285834"/>
          <a:ext cx="7119211" cy="5720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05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0" kern="1200" dirty="0" err="1"/>
            <a:t>Extract</a:t>
          </a:r>
          <a:r>
            <a:rPr lang="it-IT" sz="2800" b="0" kern="1200" dirty="0"/>
            <a:t> </a:t>
          </a:r>
          <a:r>
            <a:rPr lang="it-IT" sz="2800" b="0" kern="1200" dirty="0" err="1"/>
            <a:t>generic</a:t>
          </a:r>
          <a:r>
            <a:rPr lang="it-IT" sz="2800" b="0" kern="1200" dirty="0"/>
            <a:t> features from users</a:t>
          </a:r>
          <a:endParaRPr lang="it-IT" sz="2800" kern="1200" dirty="0"/>
        </a:p>
      </dsp:txBody>
      <dsp:txXfrm>
        <a:off x="431740" y="285834"/>
        <a:ext cx="7119211" cy="572034"/>
      </dsp:txXfrm>
    </dsp:sp>
    <dsp:sp modelId="{8E1EC62D-034C-4692-BBC8-AE8E471F1D76}">
      <dsp:nvSpPr>
        <dsp:cNvPr id="0" name=""/>
        <dsp:cNvSpPr/>
      </dsp:nvSpPr>
      <dsp:spPr>
        <a:xfrm>
          <a:off x="74218" y="214330"/>
          <a:ext cx="715043" cy="715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45F27B-5673-42FE-9BE7-9E91DAE2DBB5}">
      <dsp:nvSpPr>
        <dsp:cNvPr id="0" name=""/>
        <dsp:cNvSpPr/>
      </dsp:nvSpPr>
      <dsp:spPr>
        <a:xfrm>
          <a:off x="841644" y="1143612"/>
          <a:ext cx="6709307" cy="5720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05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0" kern="1200" dirty="0" err="1"/>
            <a:t>Calculate</a:t>
          </a:r>
          <a:r>
            <a:rPr lang="it-IT" sz="2800" b="0" kern="1200" dirty="0"/>
            <a:t> </a:t>
          </a:r>
          <a:r>
            <a:rPr lang="it-IT" sz="2800" b="0" kern="1200" dirty="0" err="1"/>
            <a:t>userId</a:t>
          </a:r>
          <a:r>
            <a:rPr lang="it-IT" sz="2800" b="0" kern="1200" dirty="0"/>
            <a:t> for </a:t>
          </a:r>
          <a:r>
            <a:rPr lang="it-IT" sz="2800" b="0" kern="1200" dirty="0" err="1"/>
            <a:t>every</a:t>
          </a:r>
          <a:r>
            <a:rPr lang="it-IT" sz="2800" b="0" kern="1200" dirty="0"/>
            <a:t> user-feature</a:t>
          </a:r>
        </a:p>
      </dsp:txBody>
      <dsp:txXfrm>
        <a:off x="841644" y="1143612"/>
        <a:ext cx="6709307" cy="572034"/>
      </dsp:txXfrm>
    </dsp:sp>
    <dsp:sp modelId="{0BCB47FA-7829-4623-B874-AE720E5F1BAF}">
      <dsp:nvSpPr>
        <dsp:cNvPr id="0" name=""/>
        <dsp:cNvSpPr/>
      </dsp:nvSpPr>
      <dsp:spPr>
        <a:xfrm>
          <a:off x="484122" y="1072107"/>
          <a:ext cx="715043" cy="715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427DF4-EA55-4ED7-BD56-EA24EC461497}">
      <dsp:nvSpPr>
        <dsp:cNvPr id="0" name=""/>
        <dsp:cNvSpPr/>
      </dsp:nvSpPr>
      <dsp:spPr>
        <a:xfrm>
          <a:off x="967451" y="2001390"/>
          <a:ext cx="6583500" cy="5720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05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0" kern="1200"/>
            <a:t>Extract </a:t>
          </a:r>
          <a:r>
            <a:rPr lang="it-IT" sz="2800" b="0" kern="1200" dirty="0" err="1"/>
            <a:t>generic</a:t>
          </a:r>
          <a:r>
            <a:rPr lang="it-IT" sz="2800" b="0" kern="1200" dirty="0"/>
            <a:t> features from items</a:t>
          </a:r>
        </a:p>
      </dsp:txBody>
      <dsp:txXfrm>
        <a:off x="967451" y="2001390"/>
        <a:ext cx="6583500" cy="572034"/>
      </dsp:txXfrm>
    </dsp:sp>
    <dsp:sp modelId="{E0A4F0FE-7CAD-46A7-B35F-786C709A7255}">
      <dsp:nvSpPr>
        <dsp:cNvPr id="0" name=""/>
        <dsp:cNvSpPr/>
      </dsp:nvSpPr>
      <dsp:spPr>
        <a:xfrm>
          <a:off x="609929" y="1929885"/>
          <a:ext cx="715043" cy="715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2564C-94B0-4278-A27F-3F36834FDCE6}">
      <dsp:nvSpPr>
        <dsp:cNvPr id="0" name=""/>
        <dsp:cNvSpPr/>
      </dsp:nvSpPr>
      <dsp:spPr>
        <a:xfrm>
          <a:off x="841644" y="2859167"/>
          <a:ext cx="6709307" cy="5720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05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0" kern="1200" dirty="0"/>
            <a:t>Combine </a:t>
          </a:r>
          <a:r>
            <a:rPr lang="it-IT" sz="2800" b="0" kern="1200" dirty="0" err="1"/>
            <a:t>them</a:t>
          </a:r>
          <a:r>
            <a:rPr lang="it-IT" sz="2800" b="0" kern="1200" dirty="0"/>
            <a:t> in one dataset</a:t>
          </a:r>
        </a:p>
      </dsp:txBody>
      <dsp:txXfrm>
        <a:off x="841644" y="2859167"/>
        <a:ext cx="6709307" cy="572034"/>
      </dsp:txXfrm>
    </dsp:sp>
    <dsp:sp modelId="{557CACBD-E8EB-47CB-9B5B-E7F05D4A945E}">
      <dsp:nvSpPr>
        <dsp:cNvPr id="0" name=""/>
        <dsp:cNvSpPr/>
      </dsp:nvSpPr>
      <dsp:spPr>
        <a:xfrm>
          <a:off x="484122" y="2787663"/>
          <a:ext cx="715043" cy="715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8DF3CA-4E3A-4A18-8216-E60991A2C5AA}">
      <dsp:nvSpPr>
        <dsp:cNvPr id="0" name=""/>
        <dsp:cNvSpPr/>
      </dsp:nvSpPr>
      <dsp:spPr>
        <a:xfrm>
          <a:off x="431740" y="3716945"/>
          <a:ext cx="7119211" cy="5720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053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0" kern="1200" dirty="0"/>
            <a:t>Training </a:t>
          </a:r>
          <a:r>
            <a:rPr lang="it-IT" sz="2800" b="0" kern="1200" dirty="0" err="1"/>
            <a:t>classifier</a:t>
          </a:r>
          <a:endParaRPr lang="it-IT" sz="2800" b="0" kern="1200" dirty="0"/>
        </a:p>
      </dsp:txBody>
      <dsp:txXfrm>
        <a:off x="431740" y="3716945"/>
        <a:ext cx="7119211" cy="572034"/>
      </dsp:txXfrm>
    </dsp:sp>
    <dsp:sp modelId="{F86A74EB-BC5C-469D-A46B-368DC854042A}">
      <dsp:nvSpPr>
        <dsp:cNvPr id="0" name=""/>
        <dsp:cNvSpPr/>
      </dsp:nvSpPr>
      <dsp:spPr>
        <a:xfrm>
          <a:off x="74218" y="3645441"/>
          <a:ext cx="715043" cy="715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1EC64-DD67-48C3-A9FB-62A342FDF3D5}">
      <dsp:nvSpPr>
        <dsp:cNvPr id="0" name=""/>
        <dsp:cNvSpPr/>
      </dsp:nvSpPr>
      <dsp:spPr>
        <a:xfrm>
          <a:off x="3345762" y="884050"/>
          <a:ext cx="6807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0733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b="0" kern="1200"/>
        </a:p>
      </dsp:txBody>
      <dsp:txXfrm>
        <a:off x="3668345" y="926214"/>
        <a:ext cx="35566" cy="7113"/>
      </dsp:txXfrm>
    </dsp:sp>
    <dsp:sp modelId="{5B265EFE-B569-4361-BD26-B42751DB8CEB}">
      <dsp:nvSpPr>
        <dsp:cNvPr id="0" name=""/>
        <dsp:cNvSpPr/>
      </dsp:nvSpPr>
      <dsp:spPr>
        <a:xfrm>
          <a:off x="254809" y="1945"/>
          <a:ext cx="3092752" cy="1855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0" kern="1200" dirty="0"/>
            <a:t>For </a:t>
          </a:r>
          <a:r>
            <a:rPr lang="it-IT" sz="2000" b="0" kern="1200" dirty="0" err="1"/>
            <a:t>every</a:t>
          </a:r>
          <a:r>
            <a:rPr lang="it-IT" sz="2000" b="0" kern="1200" dirty="0"/>
            <a:t> user </a:t>
          </a:r>
          <a:r>
            <a:rPr lang="it-IT" sz="2000" b="0" i="1" kern="1200" dirty="0"/>
            <a:t>u and f</a:t>
          </a:r>
          <a:r>
            <a:rPr lang="it-IT" sz="2000" b="0" kern="1200" dirty="0"/>
            <a:t>or </a:t>
          </a:r>
          <a:r>
            <a:rPr lang="it-IT" sz="2000" b="0" kern="1200" dirty="0" err="1"/>
            <a:t>every</a:t>
          </a:r>
          <a:r>
            <a:rPr lang="it-IT" sz="2000" b="0" kern="1200" dirty="0"/>
            <a:t> item </a:t>
          </a:r>
          <a:r>
            <a:rPr lang="it-IT" sz="2000" b="0" i="1" kern="1200" dirty="0"/>
            <a:t>i</a:t>
          </a:r>
          <a:endParaRPr lang="it-IT" sz="2000" b="0" kern="1200" dirty="0"/>
        </a:p>
      </dsp:txBody>
      <dsp:txXfrm>
        <a:off x="254809" y="1945"/>
        <a:ext cx="3092752" cy="1855651"/>
      </dsp:txXfrm>
    </dsp:sp>
    <dsp:sp modelId="{6C09F670-786B-488F-BAE5-5BB6E944B92B}">
      <dsp:nvSpPr>
        <dsp:cNvPr id="0" name=""/>
        <dsp:cNvSpPr/>
      </dsp:nvSpPr>
      <dsp:spPr>
        <a:xfrm>
          <a:off x="7149847" y="884050"/>
          <a:ext cx="6807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0733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b="0" kern="1200"/>
        </a:p>
      </dsp:txBody>
      <dsp:txXfrm>
        <a:off x="7472430" y="926214"/>
        <a:ext cx="35566" cy="7113"/>
      </dsp:txXfrm>
    </dsp:sp>
    <dsp:sp modelId="{3A7A6D25-DE4E-4A08-A132-B8FD8D5B1E8C}">
      <dsp:nvSpPr>
        <dsp:cNvPr id="0" name=""/>
        <dsp:cNvSpPr/>
      </dsp:nvSpPr>
      <dsp:spPr>
        <a:xfrm>
          <a:off x="4058895" y="1945"/>
          <a:ext cx="3092752" cy="1855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0" kern="1200" dirty="0" err="1"/>
            <a:t>If</a:t>
          </a:r>
          <a:r>
            <a:rPr lang="it-IT" sz="2000" b="0" kern="1200" dirty="0"/>
            <a:t> </a:t>
          </a:r>
          <a:r>
            <a:rPr lang="it-IT" sz="2000" b="0" kern="1200" dirty="0" err="1"/>
            <a:t>exists</a:t>
          </a:r>
          <a:r>
            <a:rPr lang="it-IT" sz="2000" b="0" kern="1200" dirty="0"/>
            <a:t> ratings for </a:t>
          </a:r>
          <a:r>
            <a:rPr lang="it-IT" sz="2000" b="0" i="1" kern="1200" dirty="0"/>
            <a:t>(u, i)</a:t>
          </a:r>
          <a:r>
            <a:rPr lang="it-IT" sz="2000" b="0" i="0" kern="1200" dirty="0"/>
            <a:t> s</a:t>
          </a:r>
          <a:r>
            <a:rPr lang="it-IT" sz="2000" b="0" kern="1200" dirty="0"/>
            <a:t>et </a:t>
          </a:r>
          <a:r>
            <a:rPr lang="it-IT" sz="2000" b="0" kern="1200" dirty="0" err="1"/>
            <a:t>value</a:t>
          </a:r>
          <a:r>
            <a:rPr lang="it-IT" sz="2000" b="0" kern="1200" dirty="0"/>
            <a:t> </a:t>
          </a:r>
          <a:r>
            <a:rPr lang="it-IT" sz="2000" b="0" kern="1200" dirty="0" err="1"/>
            <a:t>as</a:t>
          </a:r>
          <a:r>
            <a:rPr lang="it-IT" sz="2000" b="0" kern="1200" dirty="0"/>
            <a:t> 1</a:t>
          </a:r>
        </a:p>
      </dsp:txBody>
      <dsp:txXfrm>
        <a:off x="4058895" y="1945"/>
        <a:ext cx="3092752" cy="1855651"/>
      </dsp:txXfrm>
    </dsp:sp>
    <dsp:sp modelId="{8968062A-8F50-4269-A613-CFB552DE53BA}">
      <dsp:nvSpPr>
        <dsp:cNvPr id="0" name=""/>
        <dsp:cNvSpPr/>
      </dsp:nvSpPr>
      <dsp:spPr>
        <a:xfrm>
          <a:off x="1801186" y="1855796"/>
          <a:ext cx="7608170" cy="680733"/>
        </a:xfrm>
        <a:custGeom>
          <a:avLst/>
          <a:gdLst/>
          <a:ahLst/>
          <a:cxnLst/>
          <a:rect l="0" t="0" r="0" b="0"/>
          <a:pathLst>
            <a:path>
              <a:moveTo>
                <a:pt x="7608170" y="0"/>
              </a:moveTo>
              <a:lnTo>
                <a:pt x="7608170" y="357466"/>
              </a:lnTo>
              <a:lnTo>
                <a:pt x="0" y="357466"/>
              </a:lnTo>
              <a:lnTo>
                <a:pt x="0" y="680733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b="0" kern="1200"/>
        </a:p>
      </dsp:txBody>
      <dsp:txXfrm>
        <a:off x="5414237" y="2192606"/>
        <a:ext cx="382067" cy="7113"/>
      </dsp:txXfrm>
    </dsp:sp>
    <dsp:sp modelId="{8338FAB8-86C0-408F-BA91-58B3084FF258}">
      <dsp:nvSpPr>
        <dsp:cNvPr id="0" name=""/>
        <dsp:cNvSpPr/>
      </dsp:nvSpPr>
      <dsp:spPr>
        <a:xfrm>
          <a:off x="7862980" y="1945"/>
          <a:ext cx="3092752" cy="1855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1" kern="1200" dirty="0"/>
            <a:t>Else Calculate "</a:t>
          </a:r>
          <a:r>
            <a:rPr lang="en-US" sz="2000" b="0" i="1" kern="1200" dirty="0" err="1"/>
            <a:t>p_ui</a:t>
          </a:r>
          <a:r>
            <a:rPr lang="en-US" sz="2000" b="0" i="1" kern="1200" dirty="0"/>
            <a:t>" prediction value for  pair (u, </a:t>
          </a:r>
          <a:r>
            <a:rPr lang="en-US" sz="2000" b="0" i="1" kern="1200" dirty="0" err="1"/>
            <a:t>i</a:t>
          </a:r>
          <a:r>
            <a:rPr lang="en-US" sz="2000" b="0" i="1" kern="1200" dirty="0"/>
            <a:t>)</a:t>
          </a:r>
          <a:endParaRPr lang="it-IT" sz="2000" b="0" i="1" kern="1200" dirty="0"/>
        </a:p>
      </dsp:txBody>
      <dsp:txXfrm>
        <a:off x="7862980" y="1945"/>
        <a:ext cx="3092752" cy="1855651"/>
      </dsp:txXfrm>
    </dsp:sp>
    <dsp:sp modelId="{CEABC5A2-A8AA-41F8-ABDD-5BE1D273C9A9}">
      <dsp:nvSpPr>
        <dsp:cNvPr id="0" name=""/>
        <dsp:cNvSpPr/>
      </dsp:nvSpPr>
      <dsp:spPr>
        <a:xfrm>
          <a:off x="3345762" y="3451035"/>
          <a:ext cx="6807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0733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b="0" kern="1200"/>
        </a:p>
      </dsp:txBody>
      <dsp:txXfrm>
        <a:off x="3668345" y="3493198"/>
        <a:ext cx="35566" cy="7113"/>
      </dsp:txXfrm>
    </dsp:sp>
    <dsp:sp modelId="{9FA9779A-D2A5-47CB-ACBF-DFE2838491B5}">
      <dsp:nvSpPr>
        <dsp:cNvPr id="0" name=""/>
        <dsp:cNvSpPr/>
      </dsp:nvSpPr>
      <dsp:spPr>
        <a:xfrm>
          <a:off x="254809" y="2568929"/>
          <a:ext cx="3092752" cy="1855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0" i="1" kern="1200" dirty="0" err="1"/>
            <a:t>If</a:t>
          </a:r>
          <a:r>
            <a:rPr lang="it-IT" sz="2000" b="0" i="1" kern="1200" dirty="0"/>
            <a:t> </a:t>
          </a:r>
          <a:r>
            <a:rPr lang="it-IT" sz="2000" b="0" i="1" kern="1200" dirty="0" err="1"/>
            <a:t>p_ui</a:t>
          </a:r>
          <a:r>
            <a:rPr lang="it-IT" sz="2000" b="0" i="0" kern="1200" dirty="0"/>
            <a:t> </a:t>
          </a:r>
          <a:r>
            <a:rPr lang="it-IT" sz="2000" b="0" i="0" kern="1200" dirty="0" err="1"/>
            <a:t>equals</a:t>
          </a:r>
          <a:r>
            <a:rPr lang="it-IT" sz="2000" b="0" i="0" kern="1200" dirty="0"/>
            <a:t> </a:t>
          </a:r>
          <a:r>
            <a:rPr lang="it-IT" sz="2000" b="0" i="1" kern="1200" dirty="0"/>
            <a:t>i</a:t>
          </a:r>
          <a:r>
            <a:rPr lang="it-IT" sz="2000" b="0" i="0" kern="1200" dirty="0"/>
            <a:t> s</a:t>
          </a:r>
          <a:r>
            <a:rPr lang="it-IT" sz="2000" b="0" i="1" kern="1200" dirty="0"/>
            <a:t>et </a:t>
          </a:r>
          <a:r>
            <a:rPr lang="it-IT" sz="2000" b="0" i="1" kern="1200" dirty="0" err="1"/>
            <a:t>value</a:t>
          </a:r>
          <a:r>
            <a:rPr lang="it-IT" sz="2000" b="0" i="1" kern="1200" dirty="0"/>
            <a:t> </a:t>
          </a:r>
          <a:r>
            <a:rPr lang="it-IT" sz="2000" b="0" i="1" kern="1200" dirty="0" err="1"/>
            <a:t>as</a:t>
          </a:r>
          <a:r>
            <a:rPr lang="it-IT" sz="2000" b="0" i="1" kern="1200" dirty="0"/>
            <a:t> </a:t>
          </a:r>
          <a:r>
            <a:rPr lang="it-IT" sz="2000" b="0" i="1" kern="1200" dirty="0" err="1"/>
            <a:t>prediction_score</a:t>
          </a:r>
          <a:endParaRPr lang="it-IT" sz="2000" b="0" i="1" kern="1200" dirty="0"/>
        </a:p>
      </dsp:txBody>
      <dsp:txXfrm>
        <a:off x="254809" y="2568929"/>
        <a:ext cx="3092752" cy="1855651"/>
      </dsp:txXfrm>
    </dsp:sp>
    <dsp:sp modelId="{AD745225-69D9-4B94-BDB3-BF4126C672AC}">
      <dsp:nvSpPr>
        <dsp:cNvPr id="0" name=""/>
        <dsp:cNvSpPr/>
      </dsp:nvSpPr>
      <dsp:spPr>
        <a:xfrm>
          <a:off x="4058895" y="2568929"/>
          <a:ext cx="3092752" cy="1855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0" i="0" kern="1200" dirty="0"/>
            <a:t>Else set </a:t>
          </a:r>
          <a:r>
            <a:rPr lang="it-IT" sz="2000" b="0" i="0" kern="1200" dirty="0" err="1"/>
            <a:t>value</a:t>
          </a:r>
          <a:r>
            <a:rPr lang="it-IT" sz="2000" b="0" i="0" kern="1200" dirty="0"/>
            <a:t> </a:t>
          </a:r>
          <a:r>
            <a:rPr lang="it-IT" sz="2000" b="0" i="0" kern="1200" dirty="0" err="1"/>
            <a:t>as</a:t>
          </a:r>
          <a:r>
            <a:rPr lang="it-IT" sz="2000" b="0" i="0" kern="1200" dirty="0"/>
            <a:t> </a:t>
          </a:r>
          <a:r>
            <a:rPr lang="it-IT" sz="2000" b="0" i="1" kern="1200" dirty="0"/>
            <a:t>0</a:t>
          </a:r>
          <a:endParaRPr lang="it-IT" sz="2000" b="0" i="0" kern="1200" dirty="0"/>
        </a:p>
      </dsp:txBody>
      <dsp:txXfrm>
        <a:off x="4058895" y="2568929"/>
        <a:ext cx="3092752" cy="1855651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85680D-7B49-44A3-BFD3-4B3C81CC3696}">
      <dsp:nvSpPr>
        <dsp:cNvPr id="0" name=""/>
        <dsp:cNvSpPr/>
      </dsp:nvSpPr>
      <dsp:spPr>
        <a:xfrm>
          <a:off x="-5162013" y="-796698"/>
          <a:ext cx="6193972" cy="6193972"/>
        </a:xfrm>
        <a:prstGeom prst="blockArc">
          <a:avLst>
            <a:gd name="adj1" fmla="val 18900000"/>
            <a:gd name="adj2" fmla="val 2700000"/>
            <a:gd name="adj3" fmla="val 349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79BE80-3ED8-490B-8DF3-067AD0BA1FE3}">
      <dsp:nvSpPr>
        <dsp:cNvPr id="0" name=""/>
        <dsp:cNvSpPr/>
      </dsp:nvSpPr>
      <dsp:spPr>
        <a:xfrm>
          <a:off x="845700" y="657238"/>
          <a:ext cx="4460856" cy="131429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321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scattered of matrix users-items is reduced</a:t>
          </a:r>
          <a:endParaRPr lang="it-IT" sz="1600" kern="1200" dirty="0"/>
        </a:p>
      </dsp:txBody>
      <dsp:txXfrm>
        <a:off x="845700" y="657238"/>
        <a:ext cx="4460856" cy="1314292"/>
      </dsp:txXfrm>
    </dsp:sp>
    <dsp:sp modelId="{98F2B6BC-88D0-4EFC-9EA5-718A95159F7E}">
      <dsp:nvSpPr>
        <dsp:cNvPr id="0" name=""/>
        <dsp:cNvSpPr/>
      </dsp:nvSpPr>
      <dsp:spPr>
        <a:xfrm>
          <a:off x="24268" y="492951"/>
          <a:ext cx="1642865" cy="16428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7ADB9A-9BEA-466D-82F4-AEDDFF3964AF}">
      <dsp:nvSpPr>
        <dsp:cNvPr id="0" name=""/>
        <dsp:cNvSpPr/>
      </dsp:nvSpPr>
      <dsp:spPr>
        <a:xfrm>
          <a:off x="845700" y="2629044"/>
          <a:ext cx="4460856" cy="131429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321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/>
            <a:t>Current</a:t>
          </a:r>
          <a:r>
            <a:rPr lang="it-IT" sz="1600" kern="1200" dirty="0"/>
            <a:t> </a:t>
          </a:r>
          <a:r>
            <a:rPr lang="it-IT" sz="1600" kern="1200" dirty="0" err="1"/>
            <a:t>value</a:t>
          </a:r>
          <a:r>
            <a:rPr lang="it-IT" sz="1600" kern="1200" dirty="0"/>
            <a:t> of RMSE </a:t>
          </a:r>
          <a:r>
            <a:rPr lang="it-IT" sz="1600" kern="1200" dirty="0" err="1"/>
            <a:t>is</a:t>
          </a:r>
          <a:r>
            <a:rPr lang="it-IT" sz="1600" kern="1200" dirty="0"/>
            <a:t> &lt;= 0,85</a:t>
          </a:r>
        </a:p>
      </dsp:txBody>
      <dsp:txXfrm>
        <a:off x="845700" y="2629044"/>
        <a:ext cx="4460856" cy="1314292"/>
      </dsp:txXfrm>
    </dsp:sp>
    <dsp:sp modelId="{D42FD40D-5602-41F0-9BEC-F5F251A4AB24}">
      <dsp:nvSpPr>
        <dsp:cNvPr id="0" name=""/>
        <dsp:cNvSpPr/>
      </dsp:nvSpPr>
      <dsp:spPr>
        <a:xfrm>
          <a:off x="24268" y="2464758"/>
          <a:ext cx="1642865" cy="16428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F541AA-F25C-4529-8D3E-2B3972BD3610}">
      <dsp:nvSpPr>
        <dsp:cNvPr id="0" name=""/>
        <dsp:cNvSpPr/>
      </dsp:nvSpPr>
      <dsp:spPr>
        <a:xfrm>
          <a:off x="-5201406" y="-796698"/>
          <a:ext cx="6193972" cy="6193972"/>
        </a:xfrm>
        <a:prstGeom prst="blockArc">
          <a:avLst>
            <a:gd name="adj1" fmla="val 18900000"/>
            <a:gd name="adj2" fmla="val 2700000"/>
            <a:gd name="adj3" fmla="val 349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B71969-B9DC-4E18-BFD0-CD98A187202F}">
      <dsp:nvSpPr>
        <dsp:cNvPr id="0" name=""/>
        <dsp:cNvSpPr/>
      </dsp:nvSpPr>
      <dsp:spPr>
        <a:xfrm>
          <a:off x="519691" y="353692"/>
          <a:ext cx="4747472" cy="7077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 high number of items for (</a:t>
          </a:r>
          <a:r>
            <a:rPr lang="en-US" sz="1600" kern="1200" dirty="0" err="1"/>
            <a:t>Incendio</a:t>
          </a:r>
          <a:r>
            <a:rPr lang="en-US" sz="1600" kern="1200" dirty="0"/>
            <a:t>/</a:t>
          </a:r>
          <a:r>
            <a:rPr lang="en-US" sz="1600" kern="1200" dirty="0" err="1"/>
            <a:t>Furto</a:t>
          </a:r>
          <a:r>
            <a:rPr lang="en-US" sz="1600" kern="1200" dirty="0"/>
            <a:t> and Tutela </a:t>
          </a:r>
          <a:r>
            <a:rPr lang="en-US" sz="1600" kern="1200" dirty="0" err="1"/>
            <a:t>Giuridica</a:t>
          </a:r>
          <a:r>
            <a:rPr lang="en-US" sz="1600" kern="1200" dirty="0"/>
            <a:t>) is null (0)</a:t>
          </a:r>
          <a:endParaRPr lang="it-IT" sz="1600" kern="1200" dirty="0"/>
        </a:p>
      </dsp:txBody>
      <dsp:txXfrm>
        <a:off x="519691" y="353692"/>
        <a:ext cx="4747472" cy="707752"/>
      </dsp:txXfrm>
    </dsp:sp>
    <dsp:sp modelId="{16025A49-CBEF-47FD-93D9-CDDE6E6B1E43}">
      <dsp:nvSpPr>
        <dsp:cNvPr id="0" name=""/>
        <dsp:cNvSpPr/>
      </dsp:nvSpPr>
      <dsp:spPr>
        <a:xfrm>
          <a:off x="77346" y="265223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289A75-B7D2-4F5F-9ABC-764817B357BB}">
      <dsp:nvSpPr>
        <dsp:cNvPr id="0" name=""/>
        <dsp:cNvSpPr/>
      </dsp:nvSpPr>
      <dsp:spPr>
        <a:xfrm>
          <a:off x="925462" y="1415504"/>
          <a:ext cx="4341701" cy="7077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calculated rating value for high number of items is same</a:t>
          </a:r>
          <a:endParaRPr lang="it-IT" sz="1600" kern="1200" dirty="0"/>
        </a:p>
      </dsp:txBody>
      <dsp:txXfrm>
        <a:off x="925462" y="1415504"/>
        <a:ext cx="4341701" cy="707752"/>
      </dsp:txXfrm>
    </dsp:sp>
    <dsp:sp modelId="{AE383C0A-F736-4DB6-B0C3-369988A83AAC}">
      <dsp:nvSpPr>
        <dsp:cNvPr id="0" name=""/>
        <dsp:cNvSpPr/>
      </dsp:nvSpPr>
      <dsp:spPr>
        <a:xfrm>
          <a:off x="483117" y="1327035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1ADE05-9D56-4CC9-B6C4-192225ED5D8A}">
      <dsp:nvSpPr>
        <dsp:cNvPr id="0" name=""/>
        <dsp:cNvSpPr/>
      </dsp:nvSpPr>
      <dsp:spPr>
        <a:xfrm>
          <a:off x="925462" y="2477317"/>
          <a:ext cx="4341701" cy="7077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value </a:t>
          </a:r>
          <a:r>
            <a:rPr lang="en-US" sz="1600" kern="1200"/>
            <a:t>of RMSE </a:t>
          </a:r>
          <a:r>
            <a:rPr lang="en-US" sz="1600" kern="1200" dirty="0"/>
            <a:t>decreases if increases the numbers of users</a:t>
          </a:r>
          <a:endParaRPr lang="it-IT" sz="1600" kern="1200" dirty="0"/>
        </a:p>
      </dsp:txBody>
      <dsp:txXfrm>
        <a:off x="925462" y="2477317"/>
        <a:ext cx="4341701" cy="707752"/>
      </dsp:txXfrm>
    </dsp:sp>
    <dsp:sp modelId="{C2925DDE-CE14-4283-BC28-F64042120516}">
      <dsp:nvSpPr>
        <dsp:cNvPr id="0" name=""/>
        <dsp:cNvSpPr/>
      </dsp:nvSpPr>
      <dsp:spPr>
        <a:xfrm>
          <a:off x="483117" y="2388848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E8AAEE-12C1-4D70-9FC1-F09638735099}">
      <dsp:nvSpPr>
        <dsp:cNvPr id="0" name=""/>
        <dsp:cNvSpPr/>
      </dsp:nvSpPr>
      <dsp:spPr>
        <a:xfrm>
          <a:off x="519691" y="3539130"/>
          <a:ext cx="4747472" cy="7077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77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model goes in overfitting</a:t>
          </a:r>
          <a:endParaRPr lang="it-IT" sz="1600" kern="1200" dirty="0"/>
        </a:p>
      </dsp:txBody>
      <dsp:txXfrm>
        <a:off x="519691" y="3539130"/>
        <a:ext cx="4747472" cy="707752"/>
      </dsp:txXfrm>
    </dsp:sp>
    <dsp:sp modelId="{BC214DD9-FDC4-43E1-A1E2-2F3645ED39D9}">
      <dsp:nvSpPr>
        <dsp:cNvPr id="0" name=""/>
        <dsp:cNvSpPr/>
      </dsp:nvSpPr>
      <dsp:spPr>
        <a:xfrm>
          <a:off x="77346" y="3450661"/>
          <a:ext cx="884690" cy="8846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70A0C5-01A1-41E5-BE2E-15475597A698}">
      <dsp:nvSpPr>
        <dsp:cNvPr id="0" name=""/>
        <dsp:cNvSpPr/>
      </dsp:nvSpPr>
      <dsp:spPr>
        <a:xfrm>
          <a:off x="-4966928" y="-766762"/>
          <a:ext cx="5960050" cy="5960050"/>
        </a:xfrm>
        <a:prstGeom prst="blockArc">
          <a:avLst>
            <a:gd name="adj1" fmla="val 18900000"/>
            <a:gd name="adj2" fmla="val 2700000"/>
            <a:gd name="adj3" fmla="val 362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9AB059-407C-4E81-8343-25C76B0C8657}">
      <dsp:nvSpPr>
        <dsp:cNvPr id="0" name=""/>
        <dsp:cNvSpPr/>
      </dsp:nvSpPr>
      <dsp:spPr>
        <a:xfrm>
          <a:off x="813706" y="632373"/>
          <a:ext cx="10373486" cy="12645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3752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Change </a:t>
          </a:r>
          <a:r>
            <a:rPr lang="en-US" sz="2000" b="0" kern="1200" dirty="0" err="1"/>
            <a:t>rappresentation</a:t>
          </a:r>
          <a:r>
            <a:rPr lang="en-US" sz="2000" b="0" kern="1200" dirty="0"/>
            <a:t> scale for rating value from </a:t>
          </a:r>
          <a:r>
            <a:rPr lang="en-US" sz="2000" b="0" kern="1200" baseline="0" dirty="0"/>
            <a:t>[0..1] to [0..100]</a:t>
          </a:r>
          <a:endParaRPr lang="it-IT" sz="2000" b="0" kern="1200" baseline="0" dirty="0"/>
        </a:p>
      </dsp:txBody>
      <dsp:txXfrm>
        <a:off x="813706" y="632373"/>
        <a:ext cx="10373486" cy="1264569"/>
      </dsp:txXfrm>
    </dsp:sp>
    <dsp:sp modelId="{A003E4D1-7407-467E-894B-5873D08DFD0E}">
      <dsp:nvSpPr>
        <dsp:cNvPr id="0" name=""/>
        <dsp:cNvSpPr/>
      </dsp:nvSpPr>
      <dsp:spPr>
        <a:xfrm>
          <a:off x="23349" y="474302"/>
          <a:ext cx="1580712" cy="15807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B334A3-1F8F-4FF1-B262-58C1BFA3DF42}">
      <dsp:nvSpPr>
        <dsp:cNvPr id="0" name=""/>
        <dsp:cNvSpPr/>
      </dsp:nvSpPr>
      <dsp:spPr>
        <a:xfrm>
          <a:off x="813706" y="2529582"/>
          <a:ext cx="10373486" cy="12645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3752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/>
            <a:t>Add to all rating value a bias random</a:t>
          </a:r>
          <a:endParaRPr lang="it-IT" sz="2000" b="0" kern="1200" dirty="0"/>
        </a:p>
      </dsp:txBody>
      <dsp:txXfrm>
        <a:off x="813706" y="2529582"/>
        <a:ext cx="10373486" cy="1264569"/>
      </dsp:txXfrm>
    </dsp:sp>
    <dsp:sp modelId="{0AB3AAE7-4024-4524-8A4E-5BD9F1A4AA08}">
      <dsp:nvSpPr>
        <dsp:cNvPr id="0" name=""/>
        <dsp:cNvSpPr/>
      </dsp:nvSpPr>
      <dsp:spPr>
        <a:xfrm>
          <a:off x="23349" y="2371511"/>
          <a:ext cx="1580712" cy="15807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C99131-6472-408E-AF74-652BF0F19375}">
      <dsp:nvSpPr>
        <dsp:cNvPr id="0" name=""/>
        <dsp:cNvSpPr/>
      </dsp:nvSpPr>
      <dsp:spPr>
        <a:xfrm>
          <a:off x="3345762" y="884050"/>
          <a:ext cx="6807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0733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b="0" kern="1200"/>
        </a:p>
      </dsp:txBody>
      <dsp:txXfrm>
        <a:off x="3668345" y="926214"/>
        <a:ext cx="35566" cy="7113"/>
      </dsp:txXfrm>
    </dsp:sp>
    <dsp:sp modelId="{9628C68B-05C8-4035-B541-1519B9F24F11}">
      <dsp:nvSpPr>
        <dsp:cNvPr id="0" name=""/>
        <dsp:cNvSpPr/>
      </dsp:nvSpPr>
      <dsp:spPr>
        <a:xfrm>
          <a:off x="254809" y="1945"/>
          <a:ext cx="3092752" cy="1855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0" kern="1200" dirty="0"/>
            <a:t>For </a:t>
          </a:r>
          <a:r>
            <a:rPr lang="it-IT" sz="2000" b="0" kern="1200" dirty="0" err="1"/>
            <a:t>every</a:t>
          </a:r>
          <a:r>
            <a:rPr lang="it-IT" sz="2000" b="0" kern="1200" dirty="0"/>
            <a:t> user </a:t>
          </a:r>
          <a:r>
            <a:rPr lang="it-IT" sz="2000" b="0" i="1" kern="1200" dirty="0"/>
            <a:t>u and f</a:t>
          </a:r>
          <a:r>
            <a:rPr lang="it-IT" sz="2000" b="0" kern="1200" dirty="0"/>
            <a:t>or </a:t>
          </a:r>
          <a:r>
            <a:rPr lang="it-IT" sz="2000" b="0" kern="1200" dirty="0" err="1"/>
            <a:t>every</a:t>
          </a:r>
          <a:r>
            <a:rPr lang="it-IT" sz="2000" b="0" kern="1200" dirty="0"/>
            <a:t> item </a:t>
          </a:r>
          <a:r>
            <a:rPr lang="it-IT" sz="2000" b="0" i="1" kern="1200" dirty="0"/>
            <a:t>i</a:t>
          </a:r>
          <a:endParaRPr lang="it-IT" sz="2000" b="0" kern="1200" dirty="0"/>
        </a:p>
      </dsp:txBody>
      <dsp:txXfrm>
        <a:off x="254809" y="1945"/>
        <a:ext cx="3092752" cy="1855651"/>
      </dsp:txXfrm>
    </dsp:sp>
    <dsp:sp modelId="{A4DFC99A-C7B9-4CE1-85AB-57B2BDC35729}">
      <dsp:nvSpPr>
        <dsp:cNvPr id="0" name=""/>
        <dsp:cNvSpPr/>
      </dsp:nvSpPr>
      <dsp:spPr>
        <a:xfrm>
          <a:off x="7149847" y="884050"/>
          <a:ext cx="6807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0733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b="0" kern="1200"/>
        </a:p>
      </dsp:txBody>
      <dsp:txXfrm>
        <a:off x="7472430" y="926214"/>
        <a:ext cx="35566" cy="7113"/>
      </dsp:txXfrm>
    </dsp:sp>
    <dsp:sp modelId="{DC049FD5-D0FF-4B4F-BAF3-E492B9A78106}">
      <dsp:nvSpPr>
        <dsp:cNvPr id="0" name=""/>
        <dsp:cNvSpPr/>
      </dsp:nvSpPr>
      <dsp:spPr>
        <a:xfrm>
          <a:off x="4058895" y="1945"/>
          <a:ext cx="3092752" cy="1855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0" kern="1200" dirty="0" err="1"/>
            <a:t>If</a:t>
          </a:r>
          <a:r>
            <a:rPr lang="it-IT" sz="2000" b="0" kern="1200" dirty="0"/>
            <a:t> </a:t>
          </a:r>
          <a:r>
            <a:rPr lang="it-IT" sz="2000" b="0" kern="1200" dirty="0" err="1"/>
            <a:t>exists</a:t>
          </a:r>
          <a:r>
            <a:rPr lang="it-IT" sz="2000" b="0" kern="1200" dirty="0"/>
            <a:t> ratings for </a:t>
          </a:r>
          <a:r>
            <a:rPr lang="it-IT" sz="2000" b="0" i="1" kern="1200" dirty="0"/>
            <a:t>(u, i)</a:t>
          </a:r>
          <a:r>
            <a:rPr lang="it-IT" sz="2000" b="0" i="0" kern="1200" dirty="0"/>
            <a:t> s</a:t>
          </a:r>
          <a:r>
            <a:rPr lang="it-IT" sz="2000" b="0" kern="1200" dirty="0"/>
            <a:t>et </a:t>
          </a:r>
          <a:r>
            <a:rPr lang="it-IT" sz="2000" b="0" kern="1200" dirty="0" err="1"/>
            <a:t>value</a:t>
          </a:r>
          <a:r>
            <a:rPr lang="it-IT" sz="2000" b="0" kern="1200" dirty="0"/>
            <a:t> </a:t>
          </a:r>
          <a:r>
            <a:rPr lang="it-IT" sz="2000" b="0" kern="1200" dirty="0" err="1"/>
            <a:t>as</a:t>
          </a:r>
          <a:r>
            <a:rPr lang="it-IT" sz="2000" b="0" kern="1200" dirty="0"/>
            <a:t> </a:t>
          </a:r>
          <a:r>
            <a:rPr lang="it-IT" sz="2000" b="0" i="1" kern="1200" dirty="0"/>
            <a:t>(100 + </a:t>
          </a:r>
          <a:r>
            <a:rPr lang="it-IT" sz="2000" b="0" i="1" kern="1200" dirty="0" err="1"/>
            <a:t>bias_random</a:t>
          </a:r>
          <a:r>
            <a:rPr lang="it-IT" sz="2000" b="0" i="1" kern="1200" dirty="0"/>
            <a:t>)</a:t>
          </a:r>
        </a:p>
      </dsp:txBody>
      <dsp:txXfrm>
        <a:off x="4058895" y="1945"/>
        <a:ext cx="3092752" cy="1855651"/>
      </dsp:txXfrm>
    </dsp:sp>
    <dsp:sp modelId="{A4AEAA6E-D6C1-4EB9-AD50-C7D0814332F0}">
      <dsp:nvSpPr>
        <dsp:cNvPr id="0" name=""/>
        <dsp:cNvSpPr/>
      </dsp:nvSpPr>
      <dsp:spPr>
        <a:xfrm>
          <a:off x="1801186" y="1855796"/>
          <a:ext cx="7608170" cy="680733"/>
        </a:xfrm>
        <a:custGeom>
          <a:avLst/>
          <a:gdLst/>
          <a:ahLst/>
          <a:cxnLst/>
          <a:rect l="0" t="0" r="0" b="0"/>
          <a:pathLst>
            <a:path>
              <a:moveTo>
                <a:pt x="7608170" y="0"/>
              </a:moveTo>
              <a:lnTo>
                <a:pt x="7608170" y="357466"/>
              </a:lnTo>
              <a:lnTo>
                <a:pt x="0" y="357466"/>
              </a:lnTo>
              <a:lnTo>
                <a:pt x="0" y="680733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b="0" kern="1200"/>
        </a:p>
      </dsp:txBody>
      <dsp:txXfrm>
        <a:off x="5414237" y="2192606"/>
        <a:ext cx="382067" cy="7113"/>
      </dsp:txXfrm>
    </dsp:sp>
    <dsp:sp modelId="{4A09B9DA-B5F4-4209-B0CD-4B0F914E91BB}">
      <dsp:nvSpPr>
        <dsp:cNvPr id="0" name=""/>
        <dsp:cNvSpPr/>
      </dsp:nvSpPr>
      <dsp:spPr>
        <a:xfrm>
          <a:off x="7862980" y="1945"/>
          <a:ext cx="3092752" cy="1855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Else Calculate </a:t>
          </a:r>
          <a:r>
            <a:rPr lang="en-US" sz="2000" b="0" i="1" kern="1200" dirty="0" err="1"/>
            <a:t>p_ui</a:t>
          </a:r>
          <a:r>
            <a:rPr lang="en-US" sz="2000" b="0" i="0" kern="1200" dirty="0"/>
            <a:t> prediction value for  pair </a:t>
          </a:r>
          <a:r>
            <a:rPr lang="en-US" sz="2000" b="0" i="1" kern="1200" dirty="0"/>
            <a:t>(u, </a:t>
          </a:r>
          <a:r>
            <a:rPr lang="en-US" sz="2000" b="0" i="1" kern="1200" dirty="0" err="1"/>
            <a:t>i</a:t>
          </a:r>
          <a:r>
            <a:rPr lang="en-US" sz="2000" b="0" i="1" kern="1200" dirty="0"/>
            <a:t>)</a:t>
          </a:r>
          <a:endParaRPr lang="it-IT" sz="2000" b="0" i="1" kern="1200" dirty="0"/>
        </a:p>
      </dsp:txBody>
      <dsp:txXfrm>
        <a:off x="7862980" y="1945"/>
        <a:ext cx="3092752" cy="1855651"/>
      </dsp:txXfrm>
    </dsp:sp>
    <dsp:sp modelId="{CA86BEE4-BA66-47F1-9663-EEE9CA572A5B}">
      <dsp:nvSpPr>
        <dsp:cNvPr id="0" name=""/>
        <dsp:cNvSpPr/>
      </dsp:nvSpPr>
      <dsp:spPr>
        <a:xfrm>
          <a:off x="3345762" y="3451035"/>
          <a:ext cx="6807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0733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b="0" kern="1200"/>
        </a:p>
      </dsp:txBody>
      <dsp:txXfrm>
        <a:off x="3668345" y="3493198"/>
        <a:ext cx="35566" cy="7113"/>
      </dsp:txXfrm>
    </dsp:sp>
    <dsp:sp modelId="{2205B748-BA83-40F8-8C7D-F3BF00EEA264}">
      <dsp:nvSpPr>
        <dsp:cNvPr id="0" name=""/>
        <dsp:cNvSpPr/>
      </dsp:nvSpPr>
      <dsp:spPr>
        <a:xfrm>
          <a:off x="254809" y="2568929"/>
          <a:ext cx="3092752" cy="1855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0" i="0" kern="1200" dirty="0" err="1"/>
            <a:t>If</a:t>
          </a:r>
          <a:r>
            <a:rPr lang="it-IT" sz="2000" b="0" i="0" kern="1200" dirty="0"/>
            <a:t> </a:t>
          </a:r>
          <a:r>
            <a:rPr lang="it-IT" sz="2000" b="0" i="1" kern="1200" dirty="0" err="1"/>
            <a:t>p_ui</a:t>
          </a:r>
          <a:r>
            <a:rPr lang="it-IT" sz="2000" b="0" i="0" kern="1200" dirty="0"/>
            <a:t> </a:t>
          </a:r>
          <a:r>
            <a:rPr lang="it-IT" sz="2000" b="0" i="0" kern="1200" dirty="0" err="1"/>
            <a:t>equals</a:t>
          </a:r>
          <a:r>
            <a:rPr lang="it-IT" sz="2000" b="0" i="0" kern="1200" dirty="0"/>
            <a:t> </a:t>
          </a:r>
          <a:r>
            <a:rPr lang="it-IT" sz="2000" b="0" i="1" kern="1200" dirty="0"/>
            <a:t>i</a:t>
          </a:r>
          <a:r>
            <a:rPr lang="it-IT" sz="2000" b="0" i="0" kern="1200" dirty="0"/>
            <a:t> set </a:t>
          </a:r>
          <a:r>
            <a:rPr lang="it-IT" sz="2000" b="0" i="0" kern="1200" dirty="0" err="1"/>
            <a:t>value</a:t>
          </a:r>
          <a:r>
            <a:rPr lang="it-IT" sz="2000" b="0" i="0" kern="1200" dirty="0"/>
            <a:t> </a:t>
          </a:r>
          <a:r>
            <a:rPr lang="it-IT" sz="2000" b="0" i="0" kern="1200" dirty="0" err="1"/>
            <a:t>as</a:t>
          </a:r>
          <a:r>
            <a:rPr lang="it-IT" sz="2000" b="0" i="0" kern="1200" dirty="0"/>
            <a:t> </a:t>
          </a:r>
          <a:r>
            <a:rPr lang="it-IT" sz="2000" b="0" i="1" kern="1200" dirty="0"/>
            <a:t>(</a:t>
          </a:r>
          <a:r>
            <a:rPr lang="it-IT" sz="2000" b="0" i="1" kern="1200" dirty="0" err="1"/>
            <a:t>prediction_score</a:t>
          </a:r>
          <a:r>
            <a:rPr lang="it-IT" sz="2000" b="0" i="1" kern="1200" dirty="0"/>
            <a:t> * 100 + </a:t>
          </a:r>
          <a:r>
            <a:rPr lang="it-IT" sz="2000" b="0" i="1" kern="1200" dirty="0" err="1"/>
            <a:t>bias</a:t>
          </a:r>
          <a:r>
            <a:rPr lang="it-IT" sz="2000" b="0" i="1" kern="1200" dirty="0"/>
            <a:t> random)</a:t>
          </a:r>
        </a:p>
      </dsp:txBody>
      <dsp:txXfrm>
        <a:off x="254809" y="2568929"/>
        <a:ext cx="3092752" cy="1855651"/>
      </dsp:txXfrm>
    </dsp:sp>
    <dsp:sp modelId="{7C4E44D8-EBD8-4E96-BCEF-6D96B58CA5F4}">
      <dsp:nvSpPr>
        <dsp:cNvPr id="0" name=""/>
        <dsp:cNvSpPr/>
      </dsp:nvSpPr>
      <dsp:spPr>
        <a:xfrm>
          <a:off x="4058895" y="2568929"/>
          <a:ext cx="3092752" cy="18556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0" i="0" kern="1200" dirty="0"/>
            <a:t>Else set </a:t>
          </a:r>
          <a:r>
            <a:rPr lang="it-IT" sz="2000" b="0" i="0" kern="1200" dirty="0" err="1"/>
            <a:t>value</a:t>
          </a:r>
          <a:r>
            <a:rPr lang="it-IT" sz="2000" b="0" i="0" kern="1200" dirty="0"/>
            <a:t> </a:t>
          </a:r>
          <a:r>
            <a:rPr lang="it-IT" sz="2000" b="0" i="0" kern="1200" dirty="0" err="1"/>
            <a:t>as</a:t>
          </a:r>
          <a:r>
            <a:rPr lang="it-IT" sz="2000" b="0" i="0" kern="1200" dirty="0"/>
            <a:t> </a:t>
          </a:r>
          <a:r>
            <a:rPr lang="it-IT" sz="2000" b="0" i="1" kern="1200" dirty="0" err="1"/>
            <a:t>bias_random</a:t>
          </a:r>
          <a:endParaRPr lang="it-IT" sz="2000" b="0" i="1" kern="1200" dirty="0"/>
        </a:p>
      </dsp:txBody>
      <dsp:txXfrm>
        <a:off x="4058895" y="2568929"/>
        <a:ext cx="3092752" cy="1855651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E9453A-20C8-45AB-B27F-8A82A3A69F1E}">
      <dsp:nvSpPr>
        <dsp:cNvPr id="0" name=""/>
        <dsp:cNvSpPr/>
      </dsp:nvSpPr>
      <dsp:spPr>
        <a:xfrm>
          <a:off x="-5201233" y="-796698"/>
          <a:ext cx="6193972" cy="6193972"/>
        </a:xfrm>
        <a:prstGeom prst="blockArc">
          <a:avLst>
            <a:gd name="adj1" fmla="val 18900000"/>
            <a:gd name="adj2" fmla="val 2700000"/>
            <a:gd name="adj3" fmla="val 349"/>
          </a:avLst>
        </a:pr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1C2FA7-4BA6-4A46-A5F4-30E4963C74EA}">
      <dsp:nvSpPr>
        <dsp:cNvPr id="0" name=""/>
        <dsp:cNvSpPr/>
      </dsp:nvSpPr>
      <dsp:spPr>
        <a:xfrm>
          <a:off x="638559" y="460057"/>
          <a:ext cx="10508877" cy="92011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34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all items of matrix users-items have a value not null (different 0)</a:t>
          </a:r>
          <a:endParaRPr lang="it-IT" sz="2500" i="1" kern="1200" dirty="0"/>
        </a:p>
      </dsp:txBody>
      <dsp:txXfrm>
        <a:off x="638559" y="460057"/>
        <a:ext cx="10508877" cy="920115"/>
      </dsp:txXfrm>
    </dsp:sp>
    <dsp:sp modelId="{2007B316-C247-4DD2-A1B2-569CBC6A86D7}">
      <dsp:nvSpPr>
        <dsp:cNvPr id="0" name=""/>
        <dsp:cNvSpPr/>
      </dsp:nvSpPr>
      <dsp:spPr>
        <a:xfrm>
          <a:off x="63487" y="345043"/>
          <a:ext cx="1150143" cy="11501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791E5D-B21F-474D-8105-D0F8784C13C4}">
      <dsp:nvSpPr>
        <dsp:cNvPr id="0" name=""/>
        <dsp:cNvSpPr/>
      </dsp:nvSpPr>
      <dsp:spPr>
        <a:xfrm>
          <a:off x="973021" y="1840230"/>
          <a:ext cx="10174415" cy="92011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34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value of all items matrix users-items is different from each other</a:t>
          </a:r>
          <a:endParaRPr lang="it-IT" sz="2500" kern="1200" dirty="0"/>
        </a:p>
      </dsp:txBody>
      <dsp:txXfrm>
        <a:off x="973021" y="1840230"/>
        <a:ext cx="10174415" cy="920115"/>
      </dsp:txXfrm>
    </dsp:sp>
    <dsp:sp modelId="{06BC40B4-CF4D-4E1F-9CD8-4D3BB2E4984E}">
      <dsp:nvSpPr>
        <dsp:cNvPr id="0" name=""/>
        <dsp:cNvSpPr/>
      </dsp:nvSpPr>
      <dsp:spPr>
        <a:xfrm>
          <a:off x="397949" y="1725215"/>
          <a:ext cx="1150143" cy="11501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5DA7C2-A971-4298-8D3A-9DE2CEA90943}">
      <dsp:nvSpPr>
        <dsp:cNvPr id="0" name=""/>
        <dsp:cNvSpPr/>
      </dsp:nvSpPr>
      <dsp:spPr>
        <a:xfrm>
          <a:off x="638559" y="3220402"/>
          <a:ext cx="10508877" cy="92011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34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 dirty="0" err="1"/>
            <a:t>Current</a:t>
          </a:r>
          <a:r>
            <a:rPr lang="it-IT" sz="2500" kern="1200" dirty="0"/>
            <a:t> </a:t>
          </a:r>
          <a:r>
            <a:rPr lang="it-IT" sz="2500" kern="1200" dirty="0" err="1"/>
            <a:t>value</a:t>
          </a:r>
          <a:r>
            <a:rPr lang="it-IT" sz="2500" kern="1200" dirty="0"/>
            <a:t> of RMSE </a:t>
          </a:r>
          <a:r>
            <a:rPr lang="it-IT" sz="2500" kern="1200" dirty="0" err="1"/>
            <a:t>is</a:t>
          </a:r>
          <a:r>
            <a:rPr lang="it-IT" sz="2500" kern="1200" dirty="0"/>
            <a:t> &gt;= 0,94</a:t>
          </a:r>
        </a:p>
      </dsp:txBody>
      <dsp:txXfrm>
        <a:off x="638559" y="3220402"/>
        <a:ext cx="10508877" cy="920115"/>
      </dsp:txXfrm>
    </dsp:sp>
    <dsp:sp modelId="{C4CA46A8-F64D-4DB4-BAF4-09AB4AF06BBD}">
      <dsp:nvSpPr>
        <dsp:cNvPr id="0" name=""/>
        <dsp:cNvSpPr/>
      </dsp:nvSpPr>
      <dsp:spPr>
        <a:xfrm>
          <a:off x="63487" y="3105388"/>
          <a:ext cx="1150143" cy="11501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DD155D-E13D-44FF-A576-DC6C648F39B2}">
      <dsp:nvSpPr>
        <dsp:cNvPr id="0" name=""/>
        <dsp:cNvSpPr/>
      </dsp:nvSpPr>
      <dsp:spPr>
        <a:xfrm>
          <a:off x="-5201233" y="-796698"/>
          <a:ext cx="6193972" cy="6193972"/>
        </a:xfrm>
        <a:prstGeom prst="blockArc">
          <a:avLst>
            <a:gd name="adj1" fmla="val 18900000"/>
            <a:gd name="adj2" fmla="val 2700000"/>
            <a:gd name="adj3" fmla="val 349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8870C8-DA87-427F-8EFD-8EA401A86720}">
      <dsp:nvSpPr>
        <dsp:cNvPr id="0" name=""/>
        <dsp:cNvSpPr/>
      </dsp:nvSpPr>
      <dsp:spPr>
        <a:xfrm>
          <a:off x="638559" y="460057"/>
          <a:ext cx="10508877" cy="920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34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 dirty="0" err="1"/>
            <a:t>Adding</a:t>
          </a:r>
          <a:r>
            <a:rPr lang="it-IT" sz="2500" kern="1200" dirty="0"/>
            <a:t> features to the </a:t>
          </a:r>
          <a:r>
            <a:rPr lang="it-IT" sz="2500" kern="1200" dirty="0" err="1"/>
            <a:t>classifier</a:t>
          </a:r>
          <a:endParaRPr lang="it-IT" sz="2500" kern="1200" dirty="0"/>
        </a:p>
      </dsp:txBody>
      <dsp:txXfrm>
        <a:off x="638559" y="460057"/>
        <a:ext cx="10508877" cy="920115"/>
      </dsp:txXfrm>
    </dsp:sp>
    <dsp:sp modelId="{CF82CF4D-49E3-443D-A82F-0F8B02614711}">
      <dsp:nvSpPr>
        <dsp:cNvPr id="0" name=""/>
        <dsp:cNvSpPr/>
      </dsp:nvSpPr>
      <dsp:spPr>
        <a:xfrm>
          <a:off x="63487" y="345043"/>
          <a:ext cx="1150143" cy="11501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FD4848-E0A3-4492-B832-4F24859EF419}">
      <dsp:nvSpPr>
        <dsp:cNvPr id="0" name=""/>
        <dsp:cNvSpPr/>
      </dsp:nvSpPr>
      <dsp:spPr>
        <a:xfrm>
          <a:off x="973021" y="1840230"/>
          <a:ext cx="10174415" cy="920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34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Enhancing the complexity of a knowledge base can lead to improved performance of a classifier.</a:t>
          </a:r>
          <a:endParaRPr lang="it-IT" sz="2500" kern="1200" dirty="0"/>
        </a:p>
      </dsp:txBody>
      <dsp:txXfrm>
        <a:off x="973021" y="1840230"/>
        <a:ext cx="10174415" cy="920115"/>
      </dsp:txXfrm>
    </dsp:sp>
    <dsp:sp modelId="{519F306C-B026-4F83-85C3-0C52D9210CB7}">
      <dsp:nvSpPr>
        <dsp:cNvPr id="0" name=""/>
        <dsp:cNvSpPr/>
      </dsp:nvSpPr>
      <dsp:spPr>
        <a:xfrm>
          <a:off x="397949" y="1725215"/>
          <a:ext cx="1150143" cy="11501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9D3B9E-FE1D-4C92-90D5-CCEB77D47C66}">
      <dsp:nvSpPr>
        <dsp:cNvPr id="0" name=""/>
        <dsp:cNvSpPr/>
      </dsp:nvSpPr>
      <dsp:spPr>
        <a:xfrm>
          <a:off x="638559" y="3220402"/>
          <a:ext cx="10508877" cy="920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34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Creation of customized insurance packages for the customer</a:t>
          </a:r>
          <a:endParaRPr lang="it-IT" sz="2500" kern="1200" dirty="0"/>
        </a:p>
      </dsp:txBody>
      <dsp:txXfrm>
        <a:off x="638559" y="3220402"/>
        <a:ext cx="10508877" cy="920115"/>
      </dsp:txXfrm>
    </dsp:sp>
    <dsp:sp modelId="{F940D077-B3CF-499C-8BD1-88E423BB0947}">
      <dsp:nvSpPr>
        <dsp:cNvPr id="0" name=""/>
        <dsp:cNvSpPr/>
      </dsp:nvSpPr>
      <dsp:spPr>
        <a:xfrm>
          <a:off x="63487" y="3105388"/>
          <a:ext cx="1150143" cy="11501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519E7-BB26-4A6C-9388-F43FE3C878A6}">
      <dsp:nvSpPr>
        <dsp:cNvPr id="0" name=""/>
        <dsp:cNvSpPr/>
      </dsp:nvSpPr>
      <dsp:spPr>
        <a:xfrm>
          <a:off x="328621" y="159"/>
          <a:ext cx="2225515" cy="13353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b="0" kern="1200" dirty="0"/>
            <a:t>Do</a:t>
          </a:r>
        </a:p>
      </dsp:txBody>
      <dsp:txXfrm>
        <a:off x="328621" y="159"/>
        <a:ext cx="2225515" cy="1335309"/>
      </dsp:txXfrm>
    </dsp:sp>
    <dsp:sp modelId="{194822D1-5920-4366-9FC4-B72DDD0C5DB2}">
      <dsp:nvSpPr>
        <dsp:cNvPr id="0" name=""/>
        <dsp:cNvSpPr/>
      </dsp:nvSpPr>
      <dsp:spPr>
        <a:xfrm>
          <a:off x="2776688" y="159"/>
          <a:ext cx="2225515" cy="13353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b="0" kern="1200" dirty="0" err="1"/>
            <a:t>you</a:t>
          </a:r>
          <a:endParaRPr lang="it-IT" sz="3600" b="0" kern="1200" dirty="0"/>
        </a:p>
      </dsp:txBody>
      <dsp:txXfrm>
        <a:off x="2776688" y="159"/>
        <a:ext cx="2225515" cy="1335309"/>
      </dsp:txXfrm>
    </dsp:sp>
    <dsp:sp modelId="{DC51131C-1CA0-43A0-84BB-DE1FE056060E}">
      <dsp:nvSpPr>
        <dsp:cNvPr id="0" name=""/>
        <dsp:cNvSpPr/>
      </dsp:nvSpPr>
      <dsp:spPr>
        <a:xfrm>
          <a:off x="328621" y="1558020"/>
          <a:ext cx="2225515" cy="13353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b="0" kern="1200" dirty="0" err="1"/>
            <a:t>have</a:t>
          </a:r>
          <a:endParaRPr lang="it-IT" sz="3600" b="0" kern="1200" dirty="0"/>
        </a:p>
      </dsp:txBody>
      <dsp:txXfrm>
        <a:off x="328621" y="1558020"/>
        <a:ext cx="2225515" cy="1335309"/>
      </dsp:txXfrm>
    </dsp:sp>
    <dsp:sp modelId="{FF461D57-3D21-47ED-BF34-DC35556BB629}">
      <dsp:nvSpPr>
        <dsp:cNvPr id="0" name=""/>
        <dsp:cNvSpPr/>
      </dsp:nvSpPr>
      <dsp:spPr>
        <a:xfrm>
          <a:off x="2776688" y="1558020"/>
          <a:ext cx="2225515" cy="13353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b="0" kern="1200" dirty="0" err="1"/>
            <a:t>questions</a:t>
          </a:r>
          <a:endParaRPr lang="it-IT" sz="3600" b="0" kern="1200" dirty="0"/>
        </a:p>
      </dsp:txBody>
      <dsp:txXfrm>
        <a:off x="2776688" y="1558020"/>
        <a:ext cx="2225515" cy="1335309"/>
      </dsp:txXfrm>
    </dsp:sp>
    <dsp:sp modelId="{299F3647-5D86-4ED6-8F18-FF1564ED10B5}">
      <dsp:nvSpPr>
        <dsp:cNvPr id="0" name=""/>
        <dsp:cNvSpPr/>
      </dsp:nvSpPr>
      <dsp:spPr>
        <a:xfrm>
          <a:off x="1552654" y="3115881"/>
          <a:ext cx="2225515" cy="13353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b="0" kern="1200" dirty="0"/>
            <a:t>?</a:t>
          </a:r>
        </a:p>
      </dsp:txBody>
      <dsp:txXfrm>
        <a:off x="1552654" y="3115881"/>
        <a:ext cx="2225515" cy="13353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06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94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93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056" y="2551176"/>
            <a:ext cx="9922447" cy="914400"/>
          </a:xfrm>
        </p:spPr>
        <p:txBody>
          <a:bodyPr/>
          <a:lstStyle>
            <a:lvl1pPr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07D0E1-EAED-8E08-24BA-8F930364BA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3575304"/>
            <a:ext cx="9921943" cy="86201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976CD4A8-8154-0AA2-A2AB-9AD82CD740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9483" y="128907"/>
            <a:ext cx="2369315" cy="86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7/31/2024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11210543" cy="4601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681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7/31/2024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5330952" cy="4601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04E943F-C687-D3B3-4E36-65D69E3E2F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98690" y="1463040"/>
            <a:ext cx="5330952" cy="4601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321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7/31/2024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5330952" cy="4601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070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7/31/2024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3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056" y="1447800"/>
            <a:ext cx="11210543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9099" y="6427391"/>
            <a:ext cx="3276600" cy="1416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427391"/>
            <a:ext cx="2895600" cy="1416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3042" y="6427391"/>
            <a:ext cx="3276600" cy="1416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F39A1B-8AD1-2C34-AB40-00704468E828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bg2">
              <a:lumMod val="25000"/>
            </a:schemeClr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Tx/>
        <a:buNone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283464" indent="-283464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 smtClean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 smtClean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84" userDrawn="1">
          <p15:clr>
            <a:srgbClr val="F26B43"/>
          </p15:clr>
        </p15:guide>
        <p15:guide id="2" pos="336" userDrawn="1">
          <p15:clr>
            <a:srgbClr val="F26B43"/>
          </p15:clr>
        </p15:guide>
        <p15:guide id="3" pos="7320" userDrawn="1">
          <p15:clr>
            <a:srgbClr val="F26B43"/>
          </p15:clr>
        </p15:guide>
        <p15:guide id="4" orient="horz" pos="912" userDrawn="1">
          <p15:clr>
            <a:srgbClr val="F26B43"/>
          </p15:clr>
        </p15:guide>
        <p15:guide id="5" orient="horz" pos="264" userDrawn="1">
          <p15:clr>
            <a:srgbClr val="F26B43"/>
          </p15:clr>
        </p15:guide>
        <p15:guide id="6" orient="horz" pos="696" userDrawn="1">
          <p15:clr>
            <a:srgbClr val="F26B43"/>
          </p15:clr>
        </p15:guide>
        <p15:guide id="7" pos="36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jpg"/><Relationship Id="rId7" Type="http://schemas.openxmlformats.org/officeDocument/2006/relationships/hyperlink" Target="https://www.linkedin.com/in/armando-andreul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armando.andreula@finconsgroup.com" TargetMode="External"/><Relationship Id="rId5" Type="http://schemas.openxmlformats.org/officeDocument/2006/relationships/hyperlink" Target="mailto:mauro.diliddo@finconsgroup.com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diagramLayout" Target="../diagrams/layout5.xml"/><Relationship Id="rId7" Type="http://schemas.openxmlformats.org/officeDocument/2006/relationships/image" Target="../media/image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1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5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5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5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0.xml"/><Relationship Id="rId7" Type="http://schemas.openxmlformats.org/officeDocument/2006/relationships/image" Target="../media/image20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5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5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4.xml"/><Relationship Id="rId3" Type="http://schemas.openxmlformats.org/officeDocument/2006/relationships/diagramLayout" Target="../diagrams/layout13.xml"/><Relationship Id="rId7" Type="http://schemas.openxmlformats.org/officeDocument/2006/relationships/diagramData" Target="../diagrams/data14.xml"/><Relationship Id="rId12" Type="http://schemas.openxmlformats.org/officeDocument/2006/relationships/image" Target="../media/image5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11" Type="http://schemas.microsoft.com/office/2007/relationships/diagramDrawing" Target="../diagrams/drawing14.xml"/><Relationship Id="rId5" Type="http://schemas.openxmlformats.org/officeDocument/2006/relationships/diagramColors" Target="../diagrams/colors13.xml"/><Relationship Id="rId10" Type="http://schemas.openxmlformats.org/officeDocument/2006/relationships/diagramColors" Target="../diagrams/colors14.xml"/><Relationship Id="rId4" Type="http://schemas.openxmlformats.org/officeDocument/2006/relationships/diagramQuickStyle" Target="../diagrams/quickStyle13.xml"/><Relationship Id="rId9" Type="http://schemas.openxmlformats.org/officeDocument/2006/relationships/diagramQuickStyle" Target="../diagrams/quickStyle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5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tatstest.com/pearson-correlation/" TargetMode="External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Relationship Id="rId9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8.xml"/><Relationship Id="rId3" Type="http://schemas.openxmlformats.org/officeDocument/2006/relationships/image" Target="../media/image23.png"/><Relationship Id="rId7" Type="http://schemas.openxmlformats.org/officeDocument/2006/relationships/diagramColors" Target="../diagrams/colors1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8.xml"/><Relationship Id="rId5" Type="http://schemas.openxmlformats.org/officeDocument/2006/relationships/diagramLayout" Target="../diagrams/layout18.xml"/><Relationship Id="rId4" Type="http://schemas.openxmlformats.org/officeDocument/2006/relationships/diagramData" Target="../diagrams/data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5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20.xml"/><Relationship Id="rId7" Type="http://schemas.openxmlformats.org/officeDocument/2006/relationships/image" Target="../media/image24.pn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diagramLayout" Target="../diagrams/layout21.xml"/><Relationship Id="rId7" Type="http://schemas.openxmlformats.org/officeDocument/2006/relationships/image" Target="../media/image5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7" Type="http://schemas.openxmlformats.org/officeDocument/2006/relationships/image" Target="../media/image5.pn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7" Type="http://schemas.openxmlformats.org/officeDocument/2006/relationships/image" Target="../media/image5.png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29.xml"/><Relationship Id="rId12" Type="http://schemas.openxmlformats.org/officeDocument/2006/relationships/image" Target="../media/image5.png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7" Type="http://schemas.openxmlformats.org/officeDocument/2006/relationships/image" Target="../media/image5.png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7" Type="http://schemas.openxmlformats.org/officeDocument/2006/relationships/image" Target="../media/image5.png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34.xml"/><Relationship Id="rId7" Type="http://schemas.openxmlformats.org/officeDocument/2006/relationships/image" Target="../media/image31.jfif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https://neo4j.com/docs/" TargetMode="External"/><Relationship Id="rId3" Type="http://schemas.openxmlformats.org/officeDocument/2006/relationships/hyperlink" Target="https://statisticsbyjim.com/regression/root-mean-square-error-rmse/" TargetMode="External"/><Relationship Id="rId7" Type="http://schemas.openxmlformats.org/officeDocument/2006/relationships/hyperlink" Target="https://www.w3.org/OWL/" TargetMode="External"/><Relationship Id="rId2" Type="http://schemas.openxmlformats.org/officeDocument/2006/relationships/hyperlink" Target="https://en.wikipedia.org/wiki/Mean_absolute_erro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.org/RDF/" TargetMode="External"/><Relationship Id="rId5" Type="http://schemas.openxmlformats.org/officeDocument/2006/relationships/hyperlink" Target="https://en.wikipedia.org/wiki/Stop_word" TargetMode="External"/><Relationship Id="rId4" Type="http://schemas.openxmlformats.org/officeDocument/2006/relationships/hyperlink" Target="https://www.learndatasci.com/glossary/tf-idf-term-frequency-inverse-document-frequency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FA08ED0B-17B8-76DE-48AE-132A108309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2804" y="4812995"/>
            <a:ext cx="10669916" cy="501647"/>
          </a:xfrm>
        </p:spPr>
        <p:txBody>
          <a:bodyPr>
            <a:normAutofit/>
          </a:bodyPr>
          <a:lstStyle/>
          <a:p>
            <a:r>
              <a:rPr lang="it-IT" sz="2200" i="1" dirty="0"/>
              <a:t>Semi-</a:t>
            </a:r>
            <a:r>
              <a:rPr lang="it-IT" sz="2200" i="1" dirty="0" err="1"/>
              <a:t>supervised</a:t>
            </a:r>
            <a:r>
              <a:rPr lang="it-IT" sz="2200" i="1" dirty="0"/>
              <a:t> </a:t>
            </a:r>
            <a:r>
              <a:rPr lang="it-IT" sz="2200" i="1" dirty="0" err="1"/>
              <a:t>hybrid</a:t>
            </a:r>
            <a:r>
              <a:rPr lang="it-IT" sz="2200" i="1" dirty="0"/>
              <a:t> </a:t>
            </a:r>
            <a:r>
              <a:rPr lang="it-IT" sz="2200" i="1" dirty="0" err="1"/>
              <a:t>approach</a:t>
            </a:r>
            <a:r>
              <a:rPr lang="it-IT" sz="2200" i="1" dirty="0"/>
              <a:t> for </a:t>
            </a:r>
            <a:r>
              <a:rPr lang="it-IT" sz="2200" i="1" dirty="0" err="1"/>
              <a:t>content</a:t>
            </a:r>
            <a:r>
              <a:rPr lang="it-IT" sz="2200" i="1" dirty="0"/>
              <a:t> </a:t>
            </a:r>
            <a:r>
              <a:rPr lang="it-IT" sz="2200" i="1" dirty="0" err="1"/>
              <a:t>boosted</a:t>
            </a:r>
            <a:endParaRPr lang="it-IT" sz="220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363423-C4A7-CDB8-4E3A-7F6AAFB4DE2B}"/>
              </a:ext>
            </a:extLst>
          </p:cNvPr>
          <p:cNvSpPr txBox="1">
            <a:spLocks/>
          </p:cNvSpPr>
          <p:nvPr/>
        </p:nvSpPr>
        <p:spPr>
          <a:xfrm>
            <a:off x="0" y="758952"/>
            <a:ext cx="12192000" cy="371189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 anchorCtr="0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it-IT" sz="5400" dirty="0"/>
          </a:p>
          <a:p>
            <a:endParaRPr lang="it-IT" dirty="0"/>
          </a:p>
          <a:p>
            <a:endParaRPr lang="it-IT" sz="5400" dirty="0"/>
          </a:p>
          <a:p>
            <a:r>
              <a:rPr lang="it-IT" sz="5400" dirty="0" err="1"/>
              <a:t>Recommender</a:t>
            </a:r>
            <a:r>
              <a:rPr lang="it-IT" sz="5400" dirty="0"/>
              <a:t> </a:t>
            </a:r>
            <a:r>
              <a:rPr lang="it-IT" sz="5400"/>
              <a:t>System </a:t>
            </a:r>
            <a:br>
              <a:rPr lang="it-IT" sz="5400"/>
            </a:br>
            <a:r>
              <a:rPr lang="it-IT" sz="5400"/>
              <a:t>in </a:t>
            </a:r>
            <a:r>
              <a:rPr lang="it-IT" sz="5400" dirty="0"/>
              <a:t>a </a:t>
            </a:r>
            <a:r>
              <a:rPr lang="it-IT" sz="5400" dirty="0" err="1"/>
              <a:t>nutshell</a:t>
            </a:r>
            <a:endParaRPr lang="it-IT" sz="5400" dirty="0"/>
          </a:p>
          <a:p>
            <a:endParaRPr lang="it-IT" sz="5400" dirty="0"/>
          </a:p>
          <a:p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22BB7E85-69F7-637B-0536-29A4558612B2}"/>
              </a:ext>
            </a:extLst>
          </p:cNvPr>
          <p:cNvSpPr>
            <a:spLocks noChangeAspect="1"/>
          </p:cNvSpPr>
          <p:nvPr/>
        </p:nvSpPr>
        <p:spPr>
          <a:xfrm>
            <a:off x="7858157" y="1235120"/>
            <a:ext cx="900000" cy="900000"/>
          </a:xfrm>
          <a:prstGeom prst="roundRect">
            <a:avLst>
              <a:gd name="adj" fmla="val 8927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41292F8-D962-157A-BEC2-288C4A45E175}"/>
              </a:ext>
            </a:extLst>
          </p:cNvPr>
          <p:cNvSpPr txBox="1"/>
          <p:nvPr/>
        </p:nvSpPr>
        <p:spPr>
          <a:xfrm>
            <a:off x="7814247" y="2387150"/>
            <a:ext cx="42929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Machine Learning &amp; Data Science</a:t>
            </a:r>
          </a:p>
        </p:txBody>
      </p:sp>
      <p:pic>
        <p:nvPicPr>
          <p:cNvPr id="8" name="Picture 4" descr="Fincons - Inclusion Job Day - Virtual Edition">
            <a:extLst>
              <a:ext uri="{FF2B5EF4-FFF2-40B4-BE49-F238E27FC236}">
                <a16:creationId xmlns:a16="http://schemas.microsoft.com/office/drawing/2014/main" id="{D6087E01-A284-6735-F694-F7654C851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4247" y="3317112"/>
            <a:ext cx="3341433" cy="10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A6E4FE6-D3EA-F5B8-4C3D-197E5472B269}"/>
              </a:ext>
            </a:extLst>
          </p:cNvPr>
          <p:cNvSpPr txBox="1"/>
          <p:nvPr/>
        </p:nvSpPr>
        <p:spPr>
          <a:xfrm>
            <a:off x="7858156" y="2805964"/>
            <a:ext cx="4051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400" b="1" dirty="0" err="1">
                <a:solidFill>
                  <a:schemeClr val="bg2">
                    <a:lumMod val="50000"/>
                  </a:schemeClr>
                </a:solidFill>
              </a:rPr>
              <a:t>Tech</a:t>
            </a:r>
            <a:r>
              <a:rPr lang="en-GB" sz="2400" b="1" dirty="0" err="1">
                <a:solidFill>
                  <a:schemeClr val="bg2">
                    <a:lumMod val="75000"/>
                  </a:schemeClr>
                </a:solidFill>
              </a:rPr>
              <a:t>Hub</a:t>
            </a:r>
            <a:endParaRPr lang="en-GB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87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A2C7E9-DC20-A7CD-7737-2DBF7B80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Recommender Systems – </a:t>
            </a:r>
            <a:r>
              <a:rPr lang="en-US" i="1" dirty="0"/>
              <a:t>Who </a:t>
            </a:r>
            <a:r>
              <a:rPr lang="en-US" i="1"/>
              <a:t>are we?</a:t>
            </a:r>
            <a:endParaRPr lang="en-US" i="1" dirty="0"/>
          </a:p>
        </p:txBody>
      </p:sp>
      <p:pic>
        <p:nvPicPr>
          <p:cNvPr id="16" name="Segnaposto contenuto 15" descr="Immagine che contiene Viso umano, vestiti, persona, cravatta&#10;&#10;Descrizione generata automaticamente">
            <a:extLst>
              <a:ext uri="{FF2B5EF4-FFF2-40B4-BE49-F238E27FC236}">
                <a16:creationId xmlns:a16="http://schemas.microsoft.com/office/drawing/2014/main" id="{42CBCFFA-56F6-8461-C856-6EF23186076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444501" y="1753150"/>
            <a:ext cx="1757926" cy="1738998"/>
          </a:xfr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4448E114-917A-521D-8508-B2A0B0ABF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256C512-D581-714A-A114-747C3A4D8208}"/>
              </a:ext>
            </a:extLst>
          </p:cNvPr>
          <p:cNvSpPr txBox="1"/>
          <p:nvPr/>
        </p:nvSpPr>
        <p:spPr>
          <a:xfrm>
            <a:off x="2323850" y="1999650"/>
            <a:ext cx="6514041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b="1" dirty="0"/>
              <a:t>Mauro Di Liddo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dirty="0" err="1"/>
              <a:t>Role</a:t>
            </a:r>
            <a:r>
              <a:rPr lang="it-IT" dirty="0"/>
              <a:t>: Senior </a:t>
            </a:r>
            <a:r>
              <a:rPr lang="it-IT" sz="1800" dirty="0">
                <a:solidFill>
                  <a:srgbClr val="666666"/>
                </a:solidFill>
                <a:effectLst/>
                <a:ea typeface="Calibri" panose="020F0502020204030204" pitchFamily="34" charset="0"/>
              </a:rPr>
              <a:t>Software Engineer</a:t>
            </a:r>
            <a:r>
              <a:rPr lang="it-IT" dirty="0"/>
              <a:t> – Consultant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dirty="0"/>
              <a:t>Mail:</a:t>
            </a:r>
            <a:r>
              <a:rPr lang="it-IT" dirty="0">
                <a:hlinkClick r:id="rId5"/>
              </a:rPr>
              <a:t> mauro.diliddo@finconsgroup.com</a:t>
            </a:r>
            <a:endParaRPr lang="it-IT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dirty="0"/>
              <a:t>Linkedin </a:t>
            </a:r>
            <a:r>
              <a:rPr lang="it-IT" dirty="0" err="1"/>
              <a:t>profile</a:t>
            </a:r>
            <a:r>
              <a:rPr lang="it-IT" dirty="0"/>
              <a:t>: 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49CD544-8694-DDE5-7754-CB9B0AD7327C}"/>
              </a:ext>
            </a:extLst>
          </p:cNvPr>
          <p:cNvSpPr txBox="1"/>
          <p:nvPr/>
        </p:nvSpPr>
        <p:spPr>
          <a:xfrm>
            <a:off x="2323849" y="4263868"/>
            <a:ext cx="7753211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b="1" i="0" dirty="0">
                <a:solidFill>
                  <a:srgbClr val="252424"/>
                </a:solidFill>
                <a:effectLst/>
                <a:highlight>
                  <a:srgbClr val="FFFFFF"/>
                </a:highlight>
              </a:rPr>
              <a:t>Armando Andreula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dirty="0" err="1"/>
              <a:t>Role</a:t>
            </a:r>
            <a:r>
              <a:rPr lang="it-IT" dirty="0"/>
              <a:t>: Software Engineer - Analyst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dirty="0"/>
              <a:t>Mail: </a:t>
            </a:r>
            <a:r>
              <a:rPr lang="it-IT" dirty="0">
                <a:hlinkClick r:id="rId6"/>
              </a:rPr>
              <a:t>armando.andreula@finconsgroup.com</a:t>
            </a:r>
            <a:r>
              <a:rPr lang="it-IT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dirty="0"/>
              <a:t>Linkedin </a:t>
            </a:r>
            <a:r>
              <a:rPr lang="it-IT" dirty="0" err="1"/>
              <a:t>profile</a:t>
            </a:r>
            <a:r>
              <a:rPr lang="it-IT" dirty="0"/>
              <a:t>: </a:t>
            </a:r>
            <a:r>
              <a:rPr lang="it-IT" dirty="0">
                <a:hlinkClick r:id="rId7"/>
              </a:rPr>
              <a:t>https://www.linkedin.com/in/armando-andreula</a:t>
            </a:r>
            <a:r>
              <a:rPr lang="it-IT" dirty="0"/>
              <a:t> </a:t>
            </a:r>
          </a:p>
        </p:txBody>
      </p:sp>
      <p:pic>
        <p:nvPicPr>
          <p:cNvPr id="6" name="Immagine 5" descr="Immagine che contiene Viso umano, persona, vestiti, sopracciglio&#10;&#10;Descrizione generata automaticamente">
            <a:extLst>
              <a:ext uri="{FF2B5EF4-FFF2-40B4-BE49-F238E27FC236}">
                <a16:creationId xmlns:a16="http://schemas.microsoft.com/office/drawing/2014/main" id="{D766E8E3-FC9D-F4E2-23D6-08375A27D5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233" y="3994533"/>
            <a:ext cx="1756800" cy="173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6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A2C7E9-DC20-A7CD-7737-2DBF7B80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– </a:t>
            </a:r>
            <a:r>
              <a:rPr lang="en-US" i="1" dirty="0"/>
              <a:t>Where is it?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4448E114-917A-521D-8508-B2A0B0ABF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11" name="Segnaposto contenuto 10" descr="Immagine che contiene testo, schermata, cerchio, Carattere&#10;&#10;Descrizione generata automaticamente">
            <a:extLst>
              <a:ext uri="{FF2B5EF4-FFF2-40B4-BE49-F238E27FC236}">
                <a16:creationId xmlns:a16="http://schemas.microsoft.com/office/drawing/2014/main" id="{98994CE7-50DB-C115-C729-E57A0B1F6C3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54337" y="1944687"/>
            <a:ext cx="6191250" cy="3638550"/>
          </a:xfrm>
          <a:noFill/>
        </p:spPr>
      </p:pic>
    </p:spTree>
    <p:extLst>
      <p:ext uri="{BB962C8B-B14F-4D97-AF65-F5344CB8AC3E}">
        <p14:creationId xmlns:p14="http://schemas.microsoft.com/office/powerpoint/2010/main" val="3784979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A2C7E9-DC20-A7CD-7737-2DBF7B80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– </a:t>
            </a:r>
            <a:r>
              <a:rPr lang="en-US" i="1" dirty="0"/>
              <a:t>Definition</a:t>
            </a:r>
          </a:p>
        </p:txBody>
      </p:sp>
      <p:graphicFrame>
        <p:nvGraphicFramePr>
          <p:cNvPr id="11" name="Segnaposto contenuto 10">
            <a:extLst>
              <a:ext uri="{FF2B5EF4-FFF2-40B4-BE49-F238E27FC236}">
                <a16:creationId xmlns:a16="http://schemas.microsoft.com/office/drawing/2014/main" id="{C3925178-CDD9-BF1F-DFD0-8D8904A9667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689845114"/>
              </p:ext>
            </p:extLst>
          </p:nvPr>
        </p:nvGraphicFramePr>
        <p:xfrm>
          <a:off x="444500" y="1463676"/>
          <a:ext cx="11210925" cy="4451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4448E114-917A-521D-8508-B2A0B0ABF0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74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A2C7E9-DC20-A7CD-7737-2DBF7B80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– </a:t>
            </a:r>
            <a:r>
              <a:rPr lang="en-US" i="1" dirty="0"/>
              <a:t>Types of learning</a:t>
            </a:r>
          </a:p>
        </p:txBody>
      </p:sp>
      <p:graphicFrame>
        <p:nvGraphicFramePr>
          <p:cNvPr id="10" name="Segnaposto contenuto 9">
            <a:extLst>
              <a:ext uri="{FF2B5EF4-FFF2-40B4-BE49-F238E27FC236}">
                <a16:creationId xmlns:a16="http://schemas.microsoft.com/office/drawing/2014/main" id="{095803EA-9DA9-DA79-B9C9-8D02B6B2995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9612870"/>
              </p:ext>
            </p:extLst>
          </p:nvPr>
        </p:nvGraphicFramePr>
        <p:xfrm>
          <a:off x="444500" y="1463676"/>
          <a:ext cx="11210925" cy="4451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4448E114-917A-521D-8508-B2A0B0ABF0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59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A2C7E9-DC20-A7CD-7737-2DBF7B80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– </a:t>
            </a:r>
            <a:r>
              <a:rPr lang="en-US" i="1" dirty="0"/>
              <a:t>Train/Validation/Test</a:t>
            </a:r>
          </a:p>
        </p:txBody>
      </p:sp>
      <p:graphicFrame>
        <p:nvGraphicFramePr>
          <p:cNvPr id="10" name="Segnaposto contenuto 9">
            <a:extLst>
              <a:ext uri="{FF2B5EF4-FFF2-40B4-BE49-F238E27FC236}">
                <a16:creationId xmlns:a16="http://schemas.microsoft.com/office/drawing/2014/main" id="{095803EA-9DA9-DA79-B9C9-8D02B6B2995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53647450"/>
              </p:ext>
            </p:extLst>
          </p:nvPr>
        </p:nvGraphicFramePr>
        <p:xfrm>
          <a:off x="444500" y="1463676"/>
          <a:ext cx="4485719" cy="4451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4448E114-917A-521D-8508-B2A0B0ABF0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6" name="Picture 4" descr="Test, training and validation sets">
            <a:extLst>
              <a:ext uri="{FF2B5EF4-FFF2-40B4-BE49-F238E27FC236}">
                <a16:creationId xmlns:a16="http://schemas.microsoft.com/office/drawing/2014/main" id="{E1D0CDC8-F56D-1131-1993-3AC4BC73A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867" y="1463040"/>
            <a:ext cx="6581775" cy="1914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FEC869A2-AF24-7D80-971A-B9C8FCD2CD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5578" y="3604190"/>
            <a:ext cx="4804064" cy="993734"/>
          </a:xfrm>
          <a:prstGeom prst="rect">
            <a:avLst/>
          </a:prstGeom>
        </p:spPr>
      </p:pic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8B2E7660-4257-DC44-4F14-231EBB0DAB88}"/>
              </a:ext>
            </a:extLst>
          </p:cNvPr>
          <p:cNvSpPr/>
          <p:nvPr/>
        </p:nvSpPr>
        <p:spPr>
          <a:xfrm>
            <a:off x="6426583" y="5203228"/>
            <a:ext cx="5129659" cy="3834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Alternatively, </a:t>
            </a:r>
            <a:r>
              <a:rPr lang="en-GB" sz="1400" b="1" dirty="0"/>
              <a:t>K-Fold Validation </a:t>
            </a:r>
            <a:r>
              <a:rPr lang="en-GB" sz="1400" dirty="0"/>
              <a:t>can be used for higher reliability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864511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20DA3F-AF29-0322-5EFE-418F6585D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Machine Learning – </a:t>
            </a:r>
            <a:r>
              <a:rPr lang="en-US" i="1" dirty="0"/>
              <a:t>Characteristics</a:t>
            </a:r>
            <a:endParaRPr lang="it-IT" dirty="0"/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66D89FCF-C19C-DE61-9E62-569F8A5A315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35952562"/>
              </p:ext>
            </p:extLst>
          </p:nvPr>
        </p:nvGraphicFramePr>
        <p:xfrm>
          <a:off x="444500" y="1463675"/>
          <a:ext cx="11210925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6">
            <a:extLst>
              <a:ext uri="{FF2B5EF4-FFF2-40B4-BE49-F238E27FC236}">
                <a16:creationId xmlns:a16="http://schemas.microsoft.com/office/drawing/2014/main" id="{E5FE803D-EA6B-9002-05D1-4A7EB2DC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04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A2C7E9-DC20-A7CD-7737-2DBF7B80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– </a:t>
            </a:r>
            <a:r>
              <a:rPr lang="en-US" i="1" dirty="0"/>
              <a:t>Supervised learning tasks</a:t>
            </a:r>
          </a:p>
        </p:txBody>
      </p:sp>
      <p:graphicFrame>
        <p:nvGraphicFramePr>
          <p:cNvPr id="10" name="Segnaposto contenuto 9">
            <a:extLst>
              <a:ext uri="{FF2B5EF4-FFF2-40B4-BE49-F238E27FC236}">
                <a16:creationId xmlns:a16="http://schemas.microsoft.com/office/drawing/2014/main" id="{095803EA-9DA9-DA79-B9C9-8D02B6B2995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838208577"/>
              </p:ext>
            </p:extLst>
          </p:nvPr>
        </p:nvGraphicFramePr>
        <p:xfrm>
          <a:off x="444500" y="1463676"/>
          <a:ext cx="5330825" cy="4451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4448E114-917A-521D-8508-B2A0B0ABF0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2" name="Picture 2" descr="Regression vs. Classification in Machine Learning for Beginners |  Simplilearn">
            <a:extLst>
              <a:ext uri="{FF2B5EF4-FFF2-40B4-BE49-F238E27FC236}">
                <a16:creationId xmlns:a16="http://schemas.microsoft.com/office/drawing/2014/main" id="{A6B50BDC-2153-41B7-C4C0-A921CF00C736}"/>
              </a:ext>
            </a:extLst>
          </p:cNvPr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00" y="2264668"/>
            <a:ext cx="5330825" cy="29985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185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3419A4-741A-C7A6-CC22-8AAA8597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</a:t>
            </a:r>
            <a:r>
              <a:rPr lang="it-IT" i="1" dirty="0"/>
              <a:t> – Semi-</a:t>
            </a:r>
            <a:r>
              <a:rPr lang="it-IT" i="1" dirty="0" err="1"/>
              <a:t>supervised</a:t>
            </a:r>
            <a:r>
              <a:rPr lang="it-IT" i="1" dirty="0"/>
              <a:t> learning</a:t>
            </a:r>
            <a:endParaRPr lang="it-IT" dirty="0"/>
          </a:p>
        </p:txBody>
      </p:sp>
      <p:graphicFrame>
        <p:nvGraphicFramePr>
          <p:cNvPr id="16" name="Segnaposto contenuto 15">
            <a:extLst>
              <a:ext uri="{FF2B5EF4-FFF2-40B4-BE49-F238E27FC236}">
                <a16:creationId xmlns:a16="http://schemas.microsoft.com/office/drawing/2014/main" id="{A9478A03-60A7-AF4B-0149-D18F3CA80AA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46225746"/>
              </p:ext>
            </p:extLst>
          </p:nvPr>
        </p:nvGraphicFramePr>
        <p:xfrm>
          <a:off x="4718356" y="1571789"/>
          <a:ext cx="6936688" cy="4343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Segnaposto contenuto 14" descr="Immagine che contiene testo, cilindro, design&#10;&#10;Descrizione generata automaticamente">
            <a:extLst>
              <a:ext uri="{FF2B5EF4-FFF2-40B4-BE49-F238E27FC236}">
                <a16:creationId xmlns:a16="http://schemas.microsoft.com/office/drawing/2014/main" id="{3399F886-913D-35CB-807D-A41007555C5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7"/>
          <a:stretch>
            <a:fillRect/>
          </a:stretch>
        </p:blipFill>
        <p:spPr>
          <a:xfrm>
            <a:off x="444500" y="2870006"/>
            <a:ext cx="4098009" cy="1746801"/>
          </a:xfrm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EBDF00E5-58A9-FD03-333E-006BDF8702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47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7E27BF-6FDF-15B0-C0E0-33CE1C1A2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</a:t>
            </a:r>
            <a:r>
              <a:rPr lang="it-IT" i="1" dirty="0"/>
              <a:t> – Semi-</a:t>
            </a:r>
            <a:r>
              <a:rPr lang="it-IT" i="1" dirty="0" err="1"/>
              <a:t>supervised</a:t>
            </a:r>
            <a:r>
              <a:rPr lang="it-IT" i="1" dirty="0"/>
              <a:t> learning</a:t>
            </a:r>
            <a:endParaRPr lang="it-IT" dirty="0"/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F87532FD-DB43-D580-9A49-75747B69678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2122647"/>
              </p:ext>
            </p:extLst>
          </p:nvPr>
        </p:nvGraphicFramePr>
        <p:xfrm>
          <a:off x="5067148" y="1499237"/>
          <a:ext cx="6587896" cy="4352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" name="Picture 6">
            <a:extLst>
              <a:ext uri="{FF2B5EF4-FFF2-40B4-BE49-F238E27FC236}">
                <a16:creationId xmlns:a16="http://schemas.microsoft.com/office/drawing/2014/main" id="{74E006C6-E46C-6573-A559-002A95CC99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6" name="Segnaposto contenuto 5" descr="Immagine che contiene testo, cilindro, design&#10;&#10;Descrizione generata automaticamente">
            <a:extLst>
              <a:ext uri="{FF2B5EF4-FFF2-40B4-BE49-F238E27FC236}">
                <a16:creationId xmlns:a16="http://schemas.microsoft.com/office/drawing/2014/main" id="{941A1738-725C-AC57-DE98-3E62BF46C33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8"/>
          <a:stretch>
            <a:fillRect/>
          </a:stretch>
        </p:blipFill>
        <p:spPr>
          <a:xfrm>
            <a:off x="621399" y="1499237"/>
            <a:ext cx="4376203" cy="1798077"/>
          </a:xfrm>
        </p:spPr>
      </p:pic>
      <p:pic>
        <p:nvPicPr>
          <p:cNvPr id="9" name="Immagine 8" descr="Immagine che contiene testo, diagramma, schermata, Carattere&#10;&#10;Descrizione generata automaticamente">
            <a:extLst>
              <a:ext uri="{FF2B5EF4-FFF2-40B4-BE49-F238E27FC236}">
                <a16:creationId xmlns:a16="http://schemas.microsoft.com/office/drawing/2014/main" id="{CD4CADAD-8AF7-2293-9A50-B35EA89574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6956" y="3808158"/>
            <a:ext cx="4460646" cy="155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82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9C6D43-74D4-7EA8-2A53-C66BFDDF5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it-IT" dirty="0"/>
              <a:t>Machine Learning – </a:t>
            </a:r>
            <a:r>
              <a:rPr lang="it-IT" i="1" dirty="0"/>
              <a:t>Evaluation MAE &amp; RMSE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2B3FACB4-E52B-2260-37BA-DFA1C9022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8" name="Segnaposto contenuto 7" descr="Immagine che contiene linea, diagramma, Diagramma, schermata&#10;&#10;Descrizione generata automaticamente">
            <a:extLst>
              <a:ext uri="{FF2B5EF4-FFF2-40B4-BE49-F238E27FC236}">
                <a16:creationId xmlns:a16="http://schemas.microsoft.com/office/drawing/2014/main" id="{A08B526D-09B1-7F83-1193-3BB620E9831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/>
          <a:stretch>
            <a:fillRect/>
          </a:stretch>
        </p:blipFill>
        <p:spPr>
          <a:xfrm>
            <a:off x="444500" y="1924323"/>
            <a:ext cx="5161014" cy="3562077"/>
          </a:xfrm>
        </p:spPr>
      </p:pic>
      <p:pic>
        <p:nvPicPr>
          <p:cNvPr id="7" name="Segnaposto contenuto 6" descr="Immagine che contiene Carattere, testo, bianco, linea&#10;&#10;Descrizione generata automaticamente">
            <a:extLst>
              <a:ext uri="{FF2B5EF4-FFF2-40B4-BE49-F238E27FC236}">
                <a16:creationId xmlns:a16="http://schemas.microsoft.com/office/drawing/2014/main" id="{C997BC18-F9EB-A1B6-AA81-6991C94F4BD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5"/>
          <a:stretch>
            <a:fillRect/>
          </a:stretch>
        </p:blipFill>
        <p:spPr>
          <a:xfrm>
            <a:off x="6096000" y="1915227"/>
            <a:ext cx="5058481" cy="1333686"/>
          </a:xfrm>
        </p:spPr>
      </p:pic>
      <p:pic>
        <p:nvPicPr>
          <p:cNvPr id="11" name="Immagine 10" descr="Immagine che contiene testo, Carattere, linea, bianco&#10;&#10;Descrizione generata automaticamente">
            <a:extLst>
              <a:ext uri="{FF2B5EF4-FFF2-40B4-BE49-F238E27FC236}">
                <a16:creationId xmlns:a16="http://schemas.microsoft.com/office/drawing/2014/main" id="{643CB507-4EAF-C170-BCF3-B04E53B4AF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0141" y="3310058"/>
            <a:ext cx="5934903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0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9C6D43-74D4-7EA8-2A53-C66BFDDF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it-IT" dirty="0"/>
              <a:t>Machine Learning – </a:t>
            </a:r>
            <a:r>
              <a:rPr lang="it-IT" i="1" dirty="0"/>
              <a:t>Evaluation </a:t>
            </a:r>
            <a:r>
              <a:rPr lang="it-IT" i="1" dirty="0" err="1"/>
              <a:t>Underfitting</a:t>
            </a:r>
            <a:r>
              <a:rPr lang="it-IT" i="1" dirty="0"/>
              <a:t>/</a:t>
            </a:r>
            <a:r>
              <a:rPr lang="it-IT" i="1" dirty="0" err="1"/>
              <a:t>Overfitting</a:t>
            </a:r>
            <a:endParaRPr lang="it-IT" i="1" dirty="0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CC0D31AF-4150-E5C0-7A9E-D6C79786905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2B3FACB4-E52B-2260-37BA-DFA1C9022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11" name="Picture 4" descr="ML | Underfitting and Overfitting - GeeksforGeeks">
            <a:extLst>
              <a:ext uri="{FF2B5EF4-FFF2-40B4-BE49-F238E27FC236}">
                <a16:creationId xmlns:a16="http://schemas.microsoft.com/office/drawing/2014/main" id="{B7560C6C-D781-0C1B-9501-AEEEF6B2D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88" y="2037791"/>
            <a:ext cx="9576624" cy="3926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47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A2C7E9-DC20-A7CD-7737-2DBF7B80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Recommender Systems - </a:t>
            </a:r>
            <a:r>
              <a:rPr lang="en-US" i="1" dirty="0"/>
              <a:t>Characteristics</a:t>
            </a:r>
          </a:p>
        </p:txBody>
      </p:sp>
      <p:graphicFrame>
        <p:nvGraphicFramePr>
          <p:cNvPr id="2" name="Segnaposto contenuto 1">
            <a:extLst>
              <a:ext uri="{FF2B5EF4-FFF2-40B4-BE49-F238E27FC236}">
                <a16:creationId xmlns:a16="http://schemas.microsoft.com/office/drawing/2014/main" id="{4F2F2C35-8D4F-18EB-5ACF-7C67B5E9B14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37733297"/>
              </p:ext>
            </p:extLst>
          </p:nvPr>
        </p:nvGraphicFramePr>
        <p:xfrm>
          <a:off x="444500" y="1463676"/>
          <a:ext cx="11210925" cy="4451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4448E114-917A-521D-8508-B2A0B0ABF0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44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0D20B78-1AAA-4A61-B0A3-8CC6CFA6D6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50D20B78-1AAA-4A61-B0A3-8CC6CFA6D6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F8BF7EB-E398-4E1F-A025-DD65AAD5EA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graphicEl>
                                              <a:dgm id="{CF8BF7EB-E398-4E1F-A025-DD65AAD5EA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0816927-448A-4BF5-B13A-9CB2E83A04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graphicEl>
                                              <a:dgm id="{50816927-448A-4BF5-B13A-9CB2E83A04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8DCA714-AEEC-4803-A97F-9825B06BAF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graphicEl>
                                              <a:dgm id="{78DCA714-AEEC-4803-A97F-9825B06BAF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83E97FE-75CD-443E-A525-A17F39C0FF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graphicEl>
                                              <a:dgm id="{A83E97FE-75CD-443E-A525-A17F39C0FF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B420FE8-6942-431F-A75F-E2FAE7780A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graphicEl>
                                              <a:dgm id="{9B420FE8-6942-431F-A75F-E2FAE7780A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C7B616F-F144-4A6A-9705-CCBF64DED1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graphicEl>
                                              <a:dgm id="{5C7B616F-F144-4A6A-9705-CCBF64DED1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A2C7E9-DC20-A7CD-7737-2DBF7B80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Recommender Systems - </a:t>
            </a:r>
            <a:r>
              <a:rPr lang="en-US" i="1" dirty="0"/>
              <a:t>Example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4448E114-917A-521D-8508-B2A0B0ABF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7" name="Segnaposto contenuto 6" descr="Immagine che contiene testo, schermata, Pubblicità online, Sito Web&#10;&#10;Descrizione generata automaticamente">
            <a:extLst>
              <a:ext uri="{FF2B5EF4-FFF2-40B4-BE49-F238E27FC236}">
                <a16:creationId xmlns:a16="http://schemas.microsoft.com/office/drawing/2014/main" id="{F8E558EA-77FF-F812-CF89-DFCACD363FF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2487528" y="1463675"/>
            <a:ext cx="7124869" cy="4600575"/>
          </a:xfrm>
        </p:spPr>
      </p:pic>
    </p:spTree>
    <p:extLst>
      <p:ext uri="{BB962C8B-B14F-4D97-AF65-F5344CB8AC3E}">
        <p14:creationId xmlns:p14="http://schemas.microsoft.com/office/powerpoint/2010/main" val="1523147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A2C7E9-DC20-A7CD-7737-2DBF7B80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Recommender Systems - </a:t>
            </a:r>
            <a:r>
              <a:rPr lang="en-US" i="1" dirty="0"/>
              <a:t>Example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4448E114-917A-521D-8508-B2A0B0ABF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7" name="Segnaposto contenuto 6" descr="Immagine che contiene bibita analcolica, Cartoni animati, cartone animato, clipart&#10;&#10;Descrizione generata automaticamente">
            <a:extLst>
              <a:ext uri="{FF2B5EF4-FFF2-40B4-BE49-F238E27FC236}">
                <a16:creationId xmlns:a16="http://schemas.microsoft.com/office/drawing/2014/main" id="{23B12ED8-F3DC-4256-0BDE-7A2277FDD2D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2242787" y="1463675"/>
            <a:ext cx="7614351" cy="4600575"/>
          </a:xfrm>
        </p:spPr>
      </p:pic>
    </p:spTree>
    <p:extLst>
      <p:ext uri="{BB962C8B-B14F-4D97-AF65-F5344CB8AC3E}">
        <p14:creationId xmlns:p14="http://schemas.microsoft.com/office/powerpoint/2010/main" val="1970080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57E06D-A327-8ED9-69E3-F21459A9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- </a:t>
            </a:r>
            <a:r>
              <a:rPr lang="it-IT" i="1" dirty="0" err="1"/>
              <a:t>Typology</a:t>
            </a:r>
            <a:endParaRPr lang="it-IT" i="1" dirty="0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4C20AB52-1507-CBD4-DE6D-7F52E31378A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04572804"/>
              </p:ext>
            </p:extLst>
          </p:nvPr>
        </p:nvGraphicFramePr>
        <p:xfrm>
          <a:off x="444500" y="1463675"/>
          <a:ext cx="11210925" cy="4352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2D9497C2-DB4D-A2FA-E64D-2797C8DB9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80ACB97-27B3-4C3A-A1C8-2211F53B9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980ACB97-27B3-4C3A-A1C8-2211F53B90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45C0711-F74C-4803-9DD5-EC48C900B7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745C0711-F74C-4803-9DD5-EC48C900B7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B630DE1-DFE8-4A91-A1DB-88B41B306D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0B630DE1-DFE8-4A91-A1DB-88B41B306D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0D44D7-568C-4C14-947D-67852ED1A1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7C0D44D7-568C-4C14-947D-67852ED1A1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190885A-AD39-49D4-9A25-E71477E296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3190885A-AD39-49D4-9A25-E71477E296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CD12C05-96C5-4B62-B484-F48AA8B54B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CCD12C05-96C5-4B62-B484-F48AA8B54B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D11F08-3463-95D5-DBCC-1B0D59EE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– </a:t>
            </a:r>
            <a:r>
              <a:rPr lang="it-IT" i="1" dirty="0"/>
              <a:t>Matrix users-items</a:t>
            </a:r>
            <a:endParaRPr lang="it-IT" dirty="0"/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EE22DF11-7F26-66C4-D606-74A583C3A97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007442838"/>
              </p:ext>
            </p:extLst>
          </p:nvPr>
        </p:nvGraphicFramePr>
        <p:xfrm>
          <a:off x="5062194" y="1668544"/>
          <a:ext cx="6685305" cy="4479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Segnaposto contenuto 7" descr="Immagine che contiene numero, schermata, parole crociate, calendario&#10;&#10;Descrizione generata automaticamente">
            <a:extLst>
              <a:ext uri="{FF2B5EF4-FFF2-40B4-BE49-F238E27FC236}">
                <a16:creationId xmlns:a16="http://schemas.microsoft.com/office/drawing/2014/main" id="{6BAC84F4-C628-677B-07C5-CBC3C5A040A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7"/>
          <a:stretch>
            <a:fillRect/>
          </a:stretch>
        </p:blipFill>
        <p:spPr>
          <a:xfrm>
            <a:off x="444500" y="2391686"/>
            <a:ext cx="4558940" cy="2868471"/>
          </a:xfr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5747C17D-19FE-8B90-8F29-13FC4FBEF6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3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57E06D-A327-8ED9-69E3-F21459A9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– </a:t>
            </a:r>
            <a:r>
              <a:rPr lang="it-IT" i="1" dirty="0"/>
              <a:t>Content </a:t>
            </a:r>
            <a:r>
              <a:rPr lang="it-IT" i="1" dirty="0" err="1"/>
              <a:t>Based</a:t>
            </a:r>
            <a:endParaRPr lang="it-IT" i="1" dirty="0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4C20AB52-1507-CBD4-DE6D-7F52E31378A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01930043"/>
              </p:ext>
            </p:extLst>
          </p:nvPr>
        </p:nvGraphicFramePr>
        <p:xfrm>
          <a:off x="444500" y="1463675"/>
          <a:ext cx="11210925" cy="4352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2D9497C2-DB4D-A2FA-E64D-2797C8DB9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0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B8819CC-CEA1-491B-9EE3-B9C67E5095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5B8819CC-CEA1-491B-9EE3-B9C67E5095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45E460F-0ECD-455A-961C-1349004930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545E460F-0ECD-455A-961C-1349004930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49BD823-8E1C-4F13-BF7D-0B8EAB3E6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D49BD823-8E1C-4F13-BF7D-0B8EAB3E62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9BA093D-36CC-4133-83FB-333D9ACE82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C9BA093D-36CC-4133-83FB-333D9ACE82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81AD979-C2AE-47D7-90BE-DDC3B76AAB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381AD979-C2AE-47D7-90BE-DDC3B76AAB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A5C570-4735-4761-BECC-2A8A0A0C7B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0AA5C570-4735-4761-BECC-2A8A0A0C7B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57E06D-A327-8ED9-69E3-F21459A9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– </a:t>
            </a:r>
            <a:r>
              <a:rPr lang="it-IT" i="1" dirty="0"/>
              <a:t>TF-IDF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4C20AB52-1507-CBD4-DE6D-7F52E31378A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14047144"/>
              </p:ext>
            </p:extLst>
          </p:nvPr>
        </p:nvGraphicFramePr>
        <p:xfrm>
          <a:off x="444500" y="1316191"/>
          <a:ext cx="11210925" cy="4451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2D9497C2-DB4D-A2FA-E64D-2797C8DB9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6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352B8D4-1896-4FD9-84BB-BBE516DA49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1352B8D4-1896-4FD9-84BB-BBE516DA49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C7795CF-4556-45B5-8BF0-F0F7202FC2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3C7795CF-4556-45B5-8BF0-F0F7202FC2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FFB074-91E0-46B8-BF73-1D11281859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59FFB074-91E0-46B8-BF73-1D11281859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A060F6C-6C45-450A-9D50-77DAF84E0B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3A060F6C-6C45-450A-9D50-77DAF84E0B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70A40CB-4F1A-41BC-BAD0-6FE1D99D6D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D70A40CB-4F1A-41BC-BAD0-6FE1D99D6D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59985F7-CEC2-49F8-B414-80D83E5BF5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559985F7-CEC2-49F8-B414-80D83E5BF5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F1FA026-DF86-4999-A508-0C18DF3A01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graphicEl>
                                              <a:dgm id="{7F1FA026-DF86-4999-A508-0C18DF3A01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25BC140-2263-4EF8-8B34-97A6D28B4A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graphicEl>
                                              <a:dgm id="{D25BC140-2263-4EF8-8B34-97A6D28B4A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57E06D-A327-8ED9-69E3-F21459A9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– </a:t>
            </a:r>
            <a:r>
              <a:rPr lang="it-IT" i="1" dirty="0" err="1"/>
              <a:t>Remove</a:t>
            </a:r>
            <a:r>
              <a:rPr lang="it-IT" i="1" dirty="0"/>
              <a:t> stop words </a:t>
            </a:r>
            <a:r>
              <a:rPr lang="it-IT" i="1" dirty="0" err="1"/>
              <a:t>example</a:t>
            </a:r>
            <a:endParaRPr lang="it-IT" i="1" dirty="0"/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FCE53789-0E07-1801-3520-E0BA8582C5A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36788160"/>
              </p:ext>
            </p:extLst>
          </p:nvPr>
        </p:nvGraphicFramePr>
        <p:xfrm>
          <a:off x="6324218" y="1347531"/>
          <a:ext cx="5330825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D781A6F7-5BD4-CCBD-72B9-FAF106DFA8AA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432046966"/>
              </p:ext>
            </p:extLst>
          </p:nvPr>
        </p:nvGraphicFramePr>
        <p:xfrm>
          <a:off x="536957" y="1347531"/>
          <a:ext cx="5330825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2D9497C2-DB4D-A2FA-E64D-2797C8DB92E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9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Graphic spid="5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57E06D-A327-8ED9-69E3-F21459A9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– </a:t>
            </a:r>
            <a:r>
              <a:rPr lang="it-IT" i="1" dirty="0"/>
              <a:t>Collaborative filtering – </a:t>
            </a:r>
            <a:r>
              <a:rPr lang="it-IT" i="1" dirty="0" err="1"/>
              <a:t>memory</a:t>
            </a:r>
            <a:r>
              <a:rPr lang="it-IT" i="1" dirty="0"/>
              <a:t> </a:t>
            </a:r>
            <a:r>
              <a:rPr lang="it-IT" i="1" dirty="0" err="1"/>
              <a:t>based</a:t>
            </a:r>
            <a:endParaRPr lang="it-IT" i="1" dirty="0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4C20AB52-1507-CBD4-DE6D-7F52E31378A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08017558"/>
              </p:ext>
            </p:extLst>
          </p:nvPr>
        </p:nvGraphicFramePr>
        <p:xfrm>
          <a:off x="444500" y="1463675"/>
          <a:ext cx="11210925" cy="4352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2D9497C2-DB4D-A2FA-E64D-2797C8DB9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5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4ACBBDE-2A4F-4987-B370-DCCE96DC19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54ACBBDE-2A4F-4987-B370-DCCE96DC19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0EBFE18-BCC1-4302-BD2A-C0080E9E12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C0EBFE18-BCC1-4302-BD2A-C0080E9E12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C72E985-EDD4-4939-B770-E72C4960DB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graphicEl>
                                              <a:dgm id="{1C72E985-EDD4-4939-B770-E72C4960DB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1F17CD7-4BCA-4167-94CF-576EC1D66B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D1F17CD7-4BCA-4167-94CF-576EC1D66B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35F2A87-7A35-4D1C-8694-1B68F3A356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graphicEl>
                                              <a:dgm id="{E35F2A87-7A35-4D1C-8694-1B68F3A356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226D15F-FC8A-4C69-8878-BF3556862F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dgm id="{C226D15F-FC8A-4C69-8878-BF3556862F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0A24F5A-2BB6-46A7-B0BC-8F8295FF3F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graphicEl>
                                              <a:dgm id="{60A24F5A-2BB6-46A7-B0BC-8F8295FF3F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57E06D-A327-8ED9-69E3-F21459A9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Recommender</a:t>
            </a:r>
            <a:r>
              <a:rPr lang="it-IT" dirty="0"/>
              <a:t> Systems – </a:t>
            </a:r>
            <a:r>
              <a:rPr lang="it-IT" i="1" dirty="0"/>
              <a:t>Pearson </a:t>
            </a:r>
            <a:r>
              <a:rPr lang="it-IT" i="1" dirty="0" err="1"/>
              <a:t>correlation</a:t>
            </a:r>
            <a:r>
              <a:rPr lang="it-IT" i="1" dirty="0"/>
              <a:t> </a:t>
            </a:r>
            <a:r>
              <a:rPr lang="it-IT" i="1" dirty="0" err="1"/>
              <a:t>coefficient</a:t>
            </a:r>
            <a:br>
              <a:rPr lang="it-IT" dirty="0"/>
            </a:br>
            <a:endParaRPr lang="it-IT" i="1"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2D9497C2-DB4D-A2FA-E64D-2797C8DB9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graphicFrame>
        <p:nvGraphicFramePr>
          <p:cNvPr id="9" name="Segnaposto contenuto 9">
            <a:extLst>
              <a:ext uri="{FF2B5EF4-FFF2-40B4-BE49-F238E27FC236}">
                <a16:creationId xmlns:a16="http://schemas.microsoft.com/office/drawing/2014/main" id="{E26F6BE8-2CA7-4E0F-FD99-051EB6B97EA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1920640"/>
              </p:ext>
            </p:extLst>
          </p:nvPr>
        </p:nvGraphicFramePr>
        <p:xfrm>
          <a:off x="4100053" y="1503713"/>
          <a:ext cx="7529592" cy="4312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17D0321-19B3-D29A-DC56-08FE5DA6A125}"/>
              </a:ext>
            </a:extLst>
          </p:cNvPr>
          <p:cNvSpPr txBox="1"/>
          <p:nvPr/>
        </p:nvSpPr>
        <p:spPr>
          <a:xfrm>
            <a:off x="1630837" y="6427391"/>
            <a:ext cx="9998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hlinkClick r:id="rId8"/>
              </a:rPr>
              <a:t>https://www.statstest.com/pearson-correlation/</a:t>
            </a:r>
            <a:r>
              <a:rPr lang="it-IT" dirty="0"/>
              <a:t> </a:t>
            </a:r>
          </a:p>
        </p:txBody>
      </p:sp>
      <p:pic>
        <p:nvPicPr>
          <p:cNvPr id="15" name="Segnaposto contenuto 14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14DA4431-EB99-5C26-9553-AA0F35C775E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9"/>
          <a:stretch>
            <a:fillRect/>
          </a:stretch>
        </p:blipFill>
        <p:spPr>
          <a:xfrm>
            <a:off x="489847" y="2366867"/>
            <a:ext cx="3593243" cy="2883559"/>
          </a:xfrm>
        </p:spPr>
      </p:pic>
    </p:spTree>
    <p:extLst>
      <p:ext uri="{BB962C8B-B14F-4D97-AF65-F5344CB8AC3E}">
        <p14:creationId xmlns:p14="http://schemas.microsoft.com/office/powerpoint/2010/main" val="159818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F980F98-B084-48B7-95A2-8D2CB29A58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graphicEl>
                                              <a:dgm id="{BF980F98-B084-48B7-95A2-8D2CB29A58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4864318-4E2F-4A9F-B928-B2514ADCB8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graphicEl>
                                              <a:dgm id="{24864318-4E2F-4A9F-B928-B2514ADCB8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7C00FBB-9E41-42BC-A4A0-5F038D98A8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graphicEl>
                                              <a:dgm id="{A7C00FBB-9E41-42BC-A4A0-5F038D98A8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57E06D-A327-8ED9-69E3-F21459A9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Recommender</a:t>
            </a:r>
            <a:r>
              <a:rPr lang="it-IT" dirty="0"/>
              <a:t> Systems – </a:t>
            </a:r>
            <a:r>
              <a:rPr lang="it-IT" i="1" dirty="0"/>
              <a:t>Pearson </a:t>
            </a:r>
            <a:r>
              <a:rPr lang="it-IT" i="1" dirty="0" err="1"/>
              <a:t>correlation</a:t>
            </a:r>
            <a:r>
              <a:rPr lang="it-IT" i="1" dirty="0"/>
              <a:t> </a:t>
            </a:r>
            <a:r>
              <a:rPr lang="it-IT" i="1" dirty="0" err="1"/>
              <a:t>coefficient</a:t>
            </a:r>
            <a:br>
              <a:rPr lang="it-IT" dirty="0"/>
            </a:br>
            <a:endParaRPr lang="it-IT" i="1" dirty="0"/>
          </a:p>
        </p:txBody>
      </p:sp>
      <p:pic>
        <p:nvPicPr>
          <p:cNvPr id="8" name="Segnaposto contenuto 7" descr="Immagine che contiene testo, Carattere, linea, bianco&#10;&#10;Descrizione generata automaticamente">
            <a:extLst>
              <a:ext uri="{FF2B5EF4-FFF2-40B4-BE49-F238E27FC236}">
                <a16:creationId xmlns:a16="http://schemas.microsoft.com/office/drawing/2014/main" id="{5CC7704D-086E-B555-8721-FA8945B4EB0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44500" y="3133824"/>
            <a:ext cx="5330825" cy="1260276"/>
          </a:xfrm>
        </p:spPr>
      </p:pic>
      <p:graphicFrame>
        <p:nvGraphicFramePr>
          <p:cNvPr id="10" name="Segnaposto contenuto 9">
            <a:extLst>
              <a:ext uri="{FF2B5EF4-FFF2-40B4-BE49-F238E27FC236}">
                <a16:creationId xmlns:a16="http://schemas.microsoft.com/office/drawing/2014/main" id="{E26F6BE8-2CA7-4E0F-FD99-051EB6B97EAA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041301119"/>
              </p:ext>
            </p:extLst>
          </p:nvPr>
        </p:nvGraphicFramePr>
        <p:xfrm>
          <a:off x="6299200" y="1463675"/>
          <a:ext cx="5330825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2D9497C2-DB4D-A2FA-E64D-2797C8DB92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9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57E06D-A327-8ED9-69E3-F21459A9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Recommender</a:t>
            </a:r>
            <a:r>
              <a:rPr lang="it-IT" dirty="0"/>
              <a:t> Systems – </a:t>
            </a:r>
            <a:r>
              <a:rPr lang="it-IT" dirty="0" err="1"/>
              <a:t>Pr</a:t>
            </a:r>
            <a:r>
              <a:rPr lang="it-IT" i="1" dirty="0" err="1"/>
              <a:t>ediction</a:t>
            </a:r>
            <a:br>
              <a:rPr lang="it-IT" dirty="0"/>
            </a:br>
            <a:endParaRPr lang="it-IT" i="1"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2D9497C2-DB4D-A2FA-E64D-2797C8DB9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7" name="Segnaposto contenuto 6" descr="Immagine che contiene testo, Carattere, linea, bianco&#10;&#10;Descrizione generata automaticamente">
            <a:extLst>
              <a:ext uri="{FF2B5EF4-FFF2-40B4-BE49-F238E27FC236}">
                <a16:creationId xmlns:a16="http://schemas.microsoft.com/office/drawing/2014/main" id="{274EDB7C-BC93-9B06-5855-88EBF761518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444500" y="3121921"/>
            <a:ext cx="4766597" cy="1265227"/>
          </a:xfr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0FDA942-EAF4-A091-AA5D-7F44BE0F545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5571" y="1463040"/>
            <a:ext cx="6294071" cy="4601748"/>
          </a:xfrm>
        </p:spPr>
        <p:txBody>
          <a:bodyPr/>
          <a:lstStyle/>
          <a:p>
            <a:endParaRPr lang="it-IT"/>
          </a:p>
        </p:txBody>
      </p:sp>
      <p:graphicFrame>
        <p:nvGraphicFramePr>
          <p:cNvPr id="8" name="Segnaposto contenuto 9">
            <a:extLst>
              <a:ext uri="{FF2B5EF4-FFF2-40B4-BE49-F238E27FC236}">
                <a16:creationId xmlns:a16="http://schemas.microsoft.com/office/drawing/2014/main" id="{8E15E49C-110E-9E18-E07A-210F21EC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1552216"/>
              </p:ext>
            </p:extLst>
          </p:nvPr>
        </p:nvGraphicFramePr>
        <p:xfrm>
          <a:off x="5525730" y="1463676"/>
          <a:ext cx="6104296" cy="45340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99696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9C6D43-74D4-7EA8-2A53-C66BFDDF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– </a:t>
            </a:r>
            <a:r>
              <a:rPr lang="it-IT" i="1" dirty="0"/>
              <a:t>Collaborative filtering Model </a:t>
            </a:r>
            <a:r>
              <a:rPr lang="it-IT" i="1" dirty="0" err="1"/>
              <a:t>Based</a:t>
            </a:r>
            <a:r>
              <a:rPr lang="it-IT" dirty="0"/>
              <a:t> 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2ED7AA7D-22D9-8D5C-FBE4-7D9650AAA51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74307919"/>
              </p:ext>
            </p:extLst>
          </p:nvPr>
        </p:nvGraphicFramePr>
        <p:xfrm>
          <a:off x="444500" y="1341128"/>
          <a:ext cx="11210925" cy="4451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29AAF4DB-8646-B977-EAAC-F138FFC1AB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7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FA4201-98DF-4584-A81F-842B49F6EF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6CFA4201-98DF-4584-A81F-842B49F6EF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347B762-4695-46FE-B635-585652094B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5347B762-4695-46FE-B635-585652094B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0AED173-4901-4F89-9D68-0082672AE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graphicEl>
                                              <a:dgm id="{90AED173-4901-4F89-9D68-0082672AEF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1DB817B-54A8-43A6-9D10-E448AEC90D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A1DB817B-54A8-43A6-9D10-E448AEC90D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1DCCFA-BF32-45A5-996F-30D3E640AD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graphicEl>
                                              <a:dgm id="{891DCCFA-BF32-45A5-996F-30D3E640AD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0814CD9-E279-48D7-B6EA-54EE4379F3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dgm id="{D0814CD9-E279-48D7-B6EA-54EE4379F3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C2DE816-C90C-4DBA-A20F-291C40521B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graphicEl>
                                              <a:dgm id="{8C2DE816-C90C-4DBA-A20F-291C40521B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9C6D43-74D4-7EA8-2A53-C66BFDDF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– </a:t>
            </a:r>
            <a:r>
              <a:rPr lang="it-IT" i="1" dirty="0"/>
              <a:t>Matrix </a:t>
            </a:r>
            <a:r>
              <a:rPr lang="it-IT" i="1" dirty="0" err="1"/>
              <a:t>factorization</a:t>
            </a:r>
            <a:endParaRPr lang="it-IT" dirty="0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2ED7AA7D-22D9-8D5C-FBE4-7D9650AAA51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29231039"/>
              </p:ext>
            </p:extLst>
          </p:nvPr>
        </p:nvGraphicFramePr>
        <p:xfrm>
          <a:off x="6324219" y="1512201"/>
          <a:ext cx="5330825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Segnaposto contenuto 6" descr="Immagine che contiene testo, schermata, Carattere, design&#10;&#10;Descrizione generata automaticamente">
            <a:extLst>
              <a:ext uri="{FF2B5EF4-FFF2-40B4-BE49-F238E27FC236}">
                <a16:creationId xmlns:a16="http://schemas.microsoft.com/office/drawing/2014/main" id="{9BB0E7E0-DA68-86D0-F8BB-4E28AD00CD5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7"/>
          <a:stretch>
            <a:fillRect/>
          </a:stretch>
        </p:blipFill>
        <p:spPr>
          <a:xfrm>
            <a:off x="444500" y="2772805"/>
            <a:ext cx="5330825" cy="2080741"/>
          </a:xfr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29AAF4DB-8646-B977-EAAC-F138FFC1AB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96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9C6D43-74D4-7EA8-2A53-C66BFDDF5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it-IT" dirty="0" err="1"/>
              <a:t>Recommender</a:t>
            </a:r>
            <a:r>
              <a:rPr lang="it-IT" dirty="0"/>
              <a:t> Systems – </a:t>
            </a:r>
            <a:r>
              <a:rPr lang="it-IT" i="1" dirty="0"/>
              <a:t>SVD </a:t>
            </a:r>
            <a:r>
              <a:rPr lang="it-IT" i="1" dirty="0" err="1"/>
              <a:t>Singular</a:t>
            </a:r>
            <a:r>
              <a:rPr lang="it-IT" i="1" dirty="0"/>
              <a:t> </a:t>
            </a:r>
            <a:r>
              <a:rPr lang="it-IT" i="1" dirty="0" err="1"/>
              <a:t>value</a:t>
            </a:r>
            <a:r>
              <a:rPr lang="it-IT" i="1" dirty="0"/>
              <a:t> </a:t>
            </a:r>
            <a:r>
              <a:rPr lang="it-IT" i="1" dirty="0" err="1"/>
              <a:t>decomposition</a:t>
            </a:r>
            <a:r>
              <a:rPr lang="it-IT" i="1" dirty="0"/>
              <a:t> </a:t>
            </a:r>
            <a:r>
              <a:rPr lang="it-IT" i="1" dirty="0" err="1"/>
              <a:t>matrix</a:t>
            </a:r>
            <a:r>
              <a:rPr lang="it-IT" i="1" dirty="0"/>
              <a:t> </a:t>
            </a:r>
            <a:endParaRPr lang="it-IT" dirty="0"/>
          </a:p>
        </p:txBody>
      </p:sp>
      <p:graphicFrame>
        <p:nvGraphicFramePr>
          <p:cNvPr id="18" name="Segnaposto contenuto 17">
            <a:extLst>
              <a:ext uri="{FF2B5EF4-FFF2-40B4-BE49-F238E27FC236}">
                <a16:creationId xmlns:a16="http://schemas.microsoft.com/office/drawing/2014/main" id="{D5362CC8-CD55-09E9-E70F-7ED67657659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36396219"/>
              </p:ext>
            </p:extLst>
          </p:nvPr>
        </p:nvGraphicFramePr>
        <p:xfrm>
          <a:off x="4212844" y="1482726"/>
          <a:ext cx="7442200" cy="4601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2B3FACB4-E52B-2260-37BA-DFA1C90225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15" name="Segnaposto contenuto 14" descr="Immagine che contiene schermata, quadrato, Rettangolo, Policromia&#10;&#10;Descrizione generata automaticamente">
            <a:extLst>
              <a:ext uri="{FF2B5EF4-FFF2-40B4-BE49-F238E27FC236}">
                <a16:creationId xmlns:a16="http://schemas.microsoft.com/office/drawing/2014/main" id="{CBFAF3F0-C874-67AE-2D15-3736B142425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8"/>
          <a:stretch>
            <a:fillRect/>
          </a:stretch>
        </p:blipFill>
        <p:spPr>
          <a:xfrm>
            <a:off x="444501" y="2667257"/>
            <a:ext cx="3646836" cy="1527671"/>
          </a:xfrm>
        </p:spPr>
      </p:pic>
    </p:spTree>
    <p:extLst>
      <p:ext uri="{BB962C8B-B14F-4D97-AF65-F5344CB8AC3E}">
        <p14:creationId xmlns:p14="http://schemas.microsoft.com/office/powerpoint/2010/main" val="184580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6BB289C2-FBDE-4BEE-9DA4-C6EF0846F4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graphicEl>
                                              <a:dgm id="{6BB289C2-FBDE-4BEE-9DA4-C6EF0846F4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5C1807D5-B98D-43BB-925D-C524BA9A1E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graphicEl>
                                              <a:dgm id="{5C1807D5-B98D-43BB-925D-C524BA9A1E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77619F02-0EA6-4C29-953D-77699AAB18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graphicEl>
                                              <a:dgm id="{77619F02-0EA6-4C29-953D-77699AAB18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D26BF120-ED99-4122-A187-670F4D97A6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graphicEl>
                                              <a:dgm id="{D26BF120-ED99-4122-A187-670F4D97A6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9A3726E7-C10A-4F85-B244-62989221B1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graphicEl>
                                              <a:dgm id="{9A3726E7-C10A-4F85-B244-62989221B1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880740CB-26E0-40EC-AB91-6585CBBDE6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graphicEl>
                                              <a:dgm id="{880740CB-26E0-40EC-AB91-6585CBBDE6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18F02DEB-9DD1-4B22-A0E0-CA61373B99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graphicEl>
                                              <a:dgm id="{18F02DEB-9DD1-4B22-A0E0-CA61373B99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20668403-C46A-4169-A3E2-65DD905A31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>
                                            <p:graphicEl>
                                              <a:dgm id="{20668403-C46A-4169-A3E2-65DD905A31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51AF85-4BE0-60E8-B36E-4C814CAA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</a:t>
            </a:r>
            <a:r>
              <a:rPr lang="it-IT" i="1" dirty="0"/>
              <a:t> – Semi-</a:t>
            </a:r>
            <a:r>
              <a:rPr lang="it-IT" i="1" dirty="0" err="1"/>
              <a:t>supervised</a:t>
            </a:r>
            <a:r>
              <a:rPr lang="it-IT" i="1" dirty="0"/>
              <a:t> </a:t>
            </a:r>
            <a:r>
              <a:rPr lang="it-IT" i="1" dirty="0" err="1"/>
              <a:t>Hybrid</a:t>
            </a:r>
            <a:r>
              <a:rPr lang="it-IT" i="1" dirty="0"/>
              <a:t> </a:t>
            </a:r>
            <a:r>
              <a:rPr lang="it-IT" i="1" dirty="0" err="1"/>
              <a:t>approach</a:t>
            </a:r>
            <a:r>
              <a:rPr lang="it-IT" i="1" dirty="0"/>
              <a:t>  </a:t>
            </a:r>
            <a:endParaRPr lang="it-IT" dirty="0"/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E5204E27-D11A-545C-9CFE-A8A292FA866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05490832"/>
              </p:ext>
            </p:extLst>
          </p:nvPr>
        </p:nvGraphicFramePr>
        <p:xfrm>
          <a:off x="444500" y="1463675"/>
          <a:ext cx="11210925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9644C432-3A6C-9282-10C6-18D8969D6D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0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554E5E4-B4A3-452E-8D2F-2272F0D028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7554E5E4-B4A3-452E-8D2F-2272F0D028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963DF30-7C8C-4CAB-B093-4F641E7599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9963DF30-7C8C-4CAB-B093-4F641E7599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DD6F202-F958-4C07-9E6A-A43091BE51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FDD6F202-F958-4C07-9E6A-A43091BE51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708138-E83B-55FA-B724-06745BB7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</a:t>
            </a:r>
            <a:r>
              <a:rPr lang="it-IT" i="1" dirty="0"/>
              <a:t> – Distribution items</a:t>
            </a:r>
            <a:endParaRPr lang="it-IT" dirty="0"/>
          </a:p>
        </p:txBody>
      </p:sp>
      <p:graphicFrame>
        <p:nvGraphicFramePr>
          <p:cNvPr id="14" name="Segnaposto contenuto 13">
            <a:extLst>
              <a:ext uri="{FF2B5EF4-FFF2-40B4-BE49-F238E27FC236}">
                <a16:creationId xmlns:a16="http://schemas.microsoft.com/office/drawing/2014/main" id="{EF0E8A7B-BF80-40D8-50FC-6A6AD5C5990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593619467"/>
              </p:ext>
            </p:extLst>
          </p:nvPr>
        </p:nvGraphicFramePr>
        <p:xfrm>
          <a:off x="444500" y="1463675"/>
          <a:ext cx="5330825" cy="4356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Segnaposto contenuto 20">
            <a:extLst>
              <a:ext uri="{FF2B5EF4-FFF2-40B4-BE49-F238E27FC236}">
                <a16:creationId xmlns:a16="http://schemas.microsoft.com/office/drawing/2014/main" id="{01DAE1B6-3608-2C6B-CCF6-B6FD807E0E6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301627136"/>
              </p:ext>
            </p:extLst>
          </p:nvPr>
        </p:nvGraphicFramePr>
        <p:xfrm>
          <a:off x="6299200" y="1463675"/>
          <a:ext cx="5355844" cy="4356097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463800">
                  <a:extLst>
                    <a:ext uri="{9D8B030D-6E8A-4147-A177-3AD203B41FA5}">
                      <a16:colId xmlns:a16="http://schemas.microsoft.com/office/drawing/2014/main" val="919264932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1226635414"/>
                    </a:ext>
                  </a:extLst>
                </a:gridCol>
                <a:gridCol w="1148969">
                  <a:extLst>
                    <a:ext uri="{9D8B030D-6E8A-4147-A177-3AD203B41FA5}">
                      <a16:colId xmlns:a16="http://schemas.microsoft.com/office/drawing/2014/main" val="2529615146"/>
                    </a:ext>
                  </a:extLst>
                </a:gridCol>
              </a:tblGrid>
              <a:tr h="441890"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Nome Polizza</a:t>
                      </a:r>
                      <a:endParaRPr lang="it-IT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Numero Clienti</a:t>
                      </a:r>
                      <a:endParaRPr lang="it-IT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Percentuale</a:t>
                      </a:r>
                      <a:endParaRPr lang="it-IT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2587898"/>
                  </a:ext>
                </a:extLst>
              </a:tr>
              <a:tr h="379087"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R.C.A.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573.876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89,4675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5205087"/>
                  </a:ext>
                </a:extLst>
              </a:tr>
              <a:tr h="441890"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INFORTUNI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64.266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10,0191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92512808"/>
                  </a:ext>
                </a:extLst>
              </a:tr>
              <a:tr h="441890"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MULTIGARANZIA ABITAZIONE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2.413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0,3762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17109955"/>
                  </a:ext>
                </a:extLst>
              </a:tr>
              <a:tr h="441890"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MALATTIA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766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0,1194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26903822"/>
                  </a:ext>
                </a:extLst>
              </a:tr>
              <a:tr h="441890"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R.C. DIVERSI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78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0,0122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83604321"/>
                  </a:ext>
                </a:extLst>
              </a:tr>
              <a:tr h="441890"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A.R.D.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0,0034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9102304"/>
                  </a:ext>
                </a:extLst>
              </a:tr>
              <a:tr h="441890"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GLOBALE FABBRICATI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0,0012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2075168"/>
                  </a:ext>
                </a:extLst>
              </a:tr>
              <a:tr h="441890"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INCENDIO/FURTO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0,0006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16369621"/>
                  </a:ext>
                </a:extLst>
              </a:tr>
              <a:tr h="441890"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TUTELA GIUDIZIARIA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0,0003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0955954"/>
                  </a:ext>
                </a:extLst>
              </a:tr>
            </a:tbl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6BC9DBC2-2CCB-EFD0-FDE0-EFF215E1F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75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708138-E83B-55FA-B724-06745BB7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</a:t>
            </a:r>
            <a:r>
              <a:rPr lang="it-IT" i="1" dirty="0"/>
              <a:t> – Matrix users-items </a:t>
            </a:r>
            <a:r>
              <a:rPr lang="it-IT" i="1" dirty="0" err="1"/>
              <a:t>example</a:t>
            </a:r>
            <a:endParaRPr lang="it-IT"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BC9DBC2-2CCB-EFD0-FDE0-EFF215E1F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8" name="Segnaposto contenuto 7" descr="Immagine che contiene testo, numero, schermata, Carattere&#10;&#10;Descrizione generata automaticamente">
            <a:extLst>
              <a:ext uri="{FF2B5EF4-FFF2-40B4-BE49-F238E27FC236}">
                <a16:creationId xmlns:a16="http://schemas.microsoft.com/office/drawing/2014/main" id="{805C70F1-F3E4-F744-9BB6-C4A163E9F53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267745" y="2625566"/>
            <a:ext cx="9564435" cy="2276793"/>
          </a:xfrm>
        </p:spPr>
      </p:pic>
    </p:spTree>
    <p:extLst>
      <p:ext uri="{BB962C8B-B14F-4D97-AF65-F5344CB8AC3E}">
        <p14:creationId xmlns:p14="http://schemas.microsoft.com/office/powerpoint/2010/main" val="3506271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708138-E83B-55FA-B724-06745BB7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</a:t>
            </a:r>
            <a:r>
              <a:rPr lang="it-IT" i="1" dirty="0"/>
              <a:t> – </a:t>
            </a:r>
            <a:r>
              <a:rPr lang="it-IT" i="1" dirty="0" err="1"/>
              <a:t>Considerations</a:t>
            </a:r>
            <a:endParaRPr lang="it-IT"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BC9DBC2-2CCB-EFD0-FDE0-EFF215E1F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CF617D30-24EE-0DDC-35C2-5CEADC58D50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17107250"/>
              </p:ext>
            </p:extLst>
          </p:nvPr>
        </p:nvGraphicFramePr>
        <p:xfrm>
          <a:off x="444500" y="1463675"/>
          <a:ext cx="11210925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67650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CB2B05-73A7-1778-667B-C2BE4762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</a:t>
            </a:r>
            <a:r>
              <a:rPr lang="it-IT" i="1" dirty="0"/>
              <a:t>– Content </a:t>
            </a:r>
            <a:r>
              <a:rPr lang="it-IT" i="1" dirty="0" err="1"/>
              <a:t>boosted</a:t>
            </a:r>
            <a:endParaRPr lang="it-IT"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BDB0308E-515B-8EC2-2BB4-CF7BAA853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2F32796-6E85-80BB-6371-D7C143DEB0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it-IT"/>
          </a:p>
        </p:txBody>
      </p:sp>
      <p:graphicFrame>
        <p:nvGraphicFramePr>
          <p:cNvPr id="7" name="Segnaposto contenuto 8">
            <a:extLst>
              <a:ext uri="{FF2B5EF4-FFF2-40B4-BE49-F238E27FC236}">
                <a16:creationId xmlns:a16="http://schemas.microsoft.com/office/drawing/2014/main" id="{0B2FEA9A-7549-0EF7-9B32-FA461850A7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968984"/>
              </p:ext>
            </p:extLst>
          </p:nvPr>
        </p:nvGraphicFramePr>
        <p:xfrm>
          <a:off x="444500" y="1463675"/>
          <a:ext cx="11210925" cy="4531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590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CB2B05-73A7-1778-667B-C2BE4762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</a:t>
            </a:r>
            <a:r>
              <a:rPr lang="it-IT" i="1" dirty="0"/>
              <a:t>– Content </a:t>
            </a:r>
            <a:r>
              <a:rPr lang="it-IT" i="1" dirty="0" err="1"/>
              <a:t>boosted</a:t>
            </a:r>
            <a:endParaRPr lang="it-IT"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BDB0308E-515B-8EC2-2BB4-CF7BAA853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2F32796-6E85-80BB-6371-D7C143DEB0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it-IT"/>
          </a:p>
        </p:txBody>
      </p:sp>
      <p:graphicFrame>
        <p:nvGraphicFramePr>
          <p:cNvPr id="7" name="Segnaposto contenuto 8">
            <a:extLst>
              <a:ext uri="{FF2B5EF4-FFF2-40B4-BE49-F238E27FC236}">
                <a16:creationId xmlns:a16="http://schemas.microsoft.com/office/drawing/2014/main" id="{0B2FEA9A-7549-0EF7-9B32-FA461850A7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70909"/>
              </p:ext>
            </p:extLst>
          </p:nvPr>
        </p:nvGraphicFramePr>
        <p:xfrm>
          <a:off x="444500" y="1463675"/>
          <a:ext cx="11210925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857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58F67A5-4C30-4996-B7FC-D06FC8418B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858F67A5-4C30-4996-B7FC-D06FC8418B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673DFD2-0EB2-4E18-A9A6-A5AA846C98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8673DFD2-0EB2-4E18-A9A6-A5AA846C98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F0F8EF-A10E-4D66-955F-1480CA6C29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17F0F8EF-A10E-4D66-955F-1480CA6C29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2EAF4F0-DC0D-4C33-AC76-3ED5837DC2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62EAF4F0-DC0D-4C33-AC76-3ED5837DC2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B4E2CD1-C54C-4135-9876-8F76EA7757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6B4E2CD1-C54C-4135-9876-8F76EA7757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8601105-795F-4ECD-A277-63E5AB12E2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38601105-795F-4ECD-A277-63E5AB12E2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59995D-B8FD-ADFA-12C9-674551BA8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it-IT" dirty="0" err="1"/>
              <a:t>Recommender</a:t>
            </a:r>
            <a:r>
              <a:rPr lang="it-IT" dirty="0"/>
              <a:t> Systems</a:t>
            </a:r>
            <a:r>
              <a:rPr lang="it-IT" i="1" dirty="0"/>
              <a:t> – Architecture</a:t>
            </a:r>
            <a:endParaRPr lang="it-IT"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51B4A82D-7F22-89F2-4D5A-2081711F9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8" name="Segnaposto contenuto 7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9F7649A5-7BAF-ACA2-DEE5-BA2C798788A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444500" y="1581708"/>
            <a:ext cx="11210925" cy="4364508"/>
          </a:xfrm>
        </p:spPr>
      </p:pic>
    </p:spTree>
    <p:extLst>
      <p:ext uri="{BB962C8B-B14F-4D97-AF65-F5344CB8AC3E}">
        <p14:creationId xmlns:p14="http://schemas.microsoft.com/office/powerpoint/2010/main" val="8647319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CB2B05-73A7-1778-667B-C2BE4762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</a:t>
            </a:r>
            <a:r>
              <a:rPr lang="it-IT" i="1" dirty="0"/>
              <a:t>– Knowledge base</a:t>
            </a:r>
            <a:endParaRPr lang="it-IT" dirty="0"/>
          </a:p>
        </p:txBody>
      </p:sp>
      <p:pic>
        <p:nvPicPr>
          <p:cNvPr id="10" name="Segnaposto contenuto 9" descr="Pila di libri">
            <a:extLst>
              <a:ext uri="{FF2B5EF4-FFF2-40B4-BE49-F238E27FC236}">
                <a16:creationId xmlns:a16="http://schemas.microsoft.com/office/drawing/2014/main" id="{CBFA4152-2650-176C-81F9-A7883FFBCA0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12550" y="2572284"/>
            <a:ext cx="3296519" cy="2197679"/>
          </a:xfrm>
        </p:spPr>
      </p:pic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C5BBDD16-8144-3F64-876B-4AA789825375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93850593"/>
              </p:ext>
            </p:extLst>
          </p:nvPr>
        </p:nvGraphicFramePr>
        <p:xfrm>
          <a:off x="4015820" y="1489435"/>
          <a:ext cx="7614206" cy="4574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BDB0308E-515B-8EC2-2BB4-CF7BAA853C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0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CB2B05-73A7-1778-667B-C2BE4762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it-IT" dirty="0" err="1"/>
              <a:t>Recommender</a:t>
            </a:r>
            <a:r>
              <a:rPr lang="it-IT" dirty="0"/>
              <a:t> Systems </a:t>
            </a:r>
            <a:r>
              <a:rPr lang="it-IT" i="1" dirty="0"/>
              <a:t>- Content </a:t>
            </a:r>
            <a:r>
              <a:rPr lang="it-IT" i="1" dirty="0" err="1"/>
              <a:t>enhancement</a:t>
            </a:r>
            <a:r>
              <a:rPr lang="it-IT" i="1" dirty="0"/>
              <a:t> </a:t>
            </a:r>
            <a:r>
              <a:rPr lang="it-IT" i="1" dirty="0" err="1"/>
              <a:t>algorithm</a:t>
            </a:r>
            <a:br>
              <a:rPr lang="it-IT" b="1" dirty="0"/>
            </a:br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5DD9AB1-A7F2-C19E-BC5E-22FE638A50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it-IT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8D6FC712-0684-17E0-6814-506C68A02D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691009"/>
              </p:ext>
            </p:extLst>
          </p:nvPr>
        </p:nvGraphicFramePr>
        <p:xfrm>
          <a:off x="444499" y="1344354"/>
          <a:ext cx="11210543" cy="4426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BDB0308E-515B-8EC2-2BB4-CF7BAA853C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4800"/>
            <a:ext cx="1467200" cy="9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01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B265EFE-B569-4361-BD26-B42751DB8C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5B265EFE-B569-4361-BD26-B42751DB8C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421EC64-DD67-48C3-A9FB-62A342FDF3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dgm id="{3421EC64-DD67-48C3-A9FB-62A342FDF3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A7A6D25-DE4E-4A08-A132-B8FD8D5B1E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3A7A6D25-DE4E-4A08-A132-B8FD8D5B1E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C09F670-786B-488F-BAE5-5BB6E944B9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graphicEl>
                                              <a:dgm id="{6C09F670-786B-488F-BAE5-5BB6E944B9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338FAB8-86C0-408F-BA91-58B3084FF2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graphicEl>
                                              <a:dgm id="{8338FAB8-86C0-408F-BA91-58B3084FF2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968062A-8F50-4269-A613-CFB552DE53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graphicEl>
                                              <a:dgm id="{8968062A-8F50-4269-A613-CFB552DE53B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FA9779A-D2A5-47CB-ACBF-DFE2838491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graphicEl>
                                              <a:dgm id="{9FA9779A-D2A5-47CB-ACBF-DFE2838491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EABC5A2-A8AA-41F8-ABDD-5BE1D273C9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graphicEl>
                                              <a:dgm id="{CEABC5A2-A8AA-41F8-ABDD-5BE1D273C9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D745225-69D9-4B94-BDB3-BF4126C672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graphicEl>
                                              <a:dgm id="{AD745225-69D9-4B94-BDB3-BF4126C672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786261-A4CC-436D-97BD-BCB59E5C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</a:t>
            </a:r>
            <a:r>
              <a:rPr lang="it-IT" i="1" dirty="0"/>
              <a:t>– Matrix users-items</a:t>
            </a:r>
            <a:endParaRPr lang="it-IT"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B64F1E55-D0EE-23BB-6B4A-9E2FBA1B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11" name="Segnaposto contenuto 10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D727A94B-4151-9605-A7C2-E200F15FFDA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572587" y="2554118"/>
            <a:ext cx="8954750" cy="2419688"/>
          </a:xfrm>
        </p:spPr>
      </p:pic>
    </p:spTree>
    <p:extLst>
      <p:ext uri="{BB962C8B-B14F-4D97-AF65-F5344CB8AC3E}">
        <p14:creationId xmlns:p14="http://schemas.microsoft.com/office/powerpoint/2010/main" val="28767986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786261-A4CC-436D-97BD-BCB59E5C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</a:t>
            </a:r>
            <a:r>
              <a:rPr lang="it-IT" i="1" dirty="0"/>
              <a:t>– Pro-Cons</a:t>
            </a:r>
            <a:endParaRPr lang="it-IT" dirty="0"/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F9C44CA1-F742-BB49-394E-63FD0816AD8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97759939"/>
              </p:ext>
            </p:extLst>
          </p:nvPr>
        </p:nvGraphicFramePr>
        <p:xfrm>
          <a:off x="444500" y="1463675"/>
          <a:ext cx="5330825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B340D33C-972A-3E8C-8C06-5BDE91BCE056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599833526"/>
              </p:ext>
            </p:extLst>
          </p:nvPr>
        </p:nvGraphicFramePr>
        <p:xfrm>
          <a:off x="6299200" y="1463675"/>
          <a:ext cx="5330825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B64F1E55-D0EE-23BB-6B4A-9E2FBA1B15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58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8" grpId="0">
        <p:bldAsOne/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CB2B05-73A7-1778-667B-C2BE4762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it-IT" dirty="0" err="1"/>
              <a:t>Recommender</a:t>
            </a:r>
            <a:r>
              <a:rPr lang="it-IT" dirty="0"/>
              <a:t> Systems </a:t>
            </a:r>
            <a:r>
              <a:rPr lang="it-IT" i="1" dirty="0"/>
              <a:t>– Upgrade </a:t>
            </a:r>
            <a:r>
              <a:rPr lang="it-IT" i="1" dirty="0" err="1"/>
              <a:t>content</a:t>
            </a:r>
            <a:r>
              <a:rPr lang="it-IT" i="1" dirty="0"/>
              <a:t> </a:t>
            </a:r>
            <a:r>
              <a:rPr lang="it-IT" i="1" dirty="0" err="1"/>
              <a:t>boosted</a:t>
            </a:r>
            <a:br>
              <a:rPr lang="it-IT" b="1" dirty="0"/>
            </a:br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5DD9AB1-A7F2-C19E-BC5E-22FE638A50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it-IT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8D6FC712-0684-17E0-6814-506C68A02D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7635663"/>
              </p:ext>
            </p:extLst>
          </p:nvPr>
        </p:nvGraphicFramePr>
        <p:xfrm>
          <a:off x="444499" y="1344354"/>
          <a:ext cx="11210543" cy="4426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BDB0308E-515B-8EC2-2BB4-CF7BAA853C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4800"/>
            <a:ext cx="1467200" cy="9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9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CB2B05-73A7-1778-667B-C2BE4762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it-IT" dirty="0" err="1"/>
              <a:t>Recommender</a:t>
            </a:r>
            <a:r>
              <a:rPr lang="it-IT" dirty="0"/>
              <a:t> Systems </a:t>
            </a:r>
            <a:r>
              <a:rPr lang="it-IT" i="1" dirty="0"/>
              <a:t>- Content </a:t>
            </a:r>
            <a:r>
              <a:rPr lang="it-IT" i="1" dirty="0" err="1"/>
              <a:t>enhancement</a:t>
            </a:r>
            <a:r>
              <a:rPr lang="it-IT" i="1" dirty="0"/>
              <a:t> </a:t>
            </a:r>
            <a:r>
              <a:rPr lang="it-IT" i="1" dirty="0" err="1"/>
              <a:t>algorithm</a:t>
            </a:r>
            <a:r>
              <a:rPr lang="it-IT" i="1" dirty="0"/>
              <a:t> </a:t>
            </a:r>
            <a:br>
              <a:rPr lang="it-IT" b="1" dirty="0"/>
            </a:br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5DD9AB1-A7F2-C19E-BC5E-22FE638A50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it-IT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8D6FC712-0684-17E0-6814-506C68A02D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777133"/>
              </p:ext>
            </p:extLst>
          </p:nvPr>
        </p:nvGraphicFramePr>
        <p:xfrm>
          <a:off x="444499" y="1344354"/>
          <a:ext cx="11210543" cy="4426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BDB0308E-515B-8EC2-2BB4-CF7BAA853C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14800"/>
            <a:ext cx="1467200" cy="9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628C68B-05C8-4035-B541-1519B9F24F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9628C68B-05C8-4035-B541-1519B9F24F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6C99131-6472-408E-AF74-652BF0F193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dgm id="{76C99131-6472-408E-AF74-652BF0F193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C049FD5-D0FF-4B4F-BAF3-E492B9A781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DC049FD5-D0FF-4B4F-BAF3-E492B9A781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4DFC99A-C7B9-4CE1-85AB-57B2BDC357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graphicEl>
                                              <a:dgm id="{A4DFC99A-C7B9-4CE1-85AB-57B2BDC357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A09B9DA-B5F4-4209-B0CD-4B0F914E91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graphicEl>
                                              <a:dgm id="{4A09B9DA-B5F4-4209-B0CD-4B0F914E91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4AEAA6E-D6C1-4EB9-AD50-C7D0814332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graphicEl>
                                              <a:dgm id="{A4AEAA6E-D6C1-4EB9-AD50-C7D0814332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205B748-BA83-40F8-8C7D-F3BF00EEA2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graphicEl>
                                              <a:dgm id="{2205B748-BA83-40F8-8C7D-F3BF00EEA2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A86BEE4-BA66-47F1-9663-EEE9CA572A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graphicEl>
                                              <a:dgm id="{CA86BEE4-BA66-47F1-9663-EEE9CA572A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C4E44D8-EBD8-4E96-BCEF-6D96B58CA5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graphicEl>
                                              <a:dgm id="{7C4E44D8-EBD8-4E96-BCEF-6D96B58CA5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786261-A4CC-436D-97BD-BCB59E5C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</a:t>
            </a:r>
            <a:r>
              <a:rPr lang="it-IT" i="1" dirty="0"/>
              <a:t>– Matrix users-items</a:t>
            </a:r>
            <a:endParaRPr lang="it-IT"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B64F1E55-D0EE-23BB-6B4A-9E2FBA1B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8" name="Segnaposto contenuto 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CEDDD737-62F8-3506-F10A-CBDC44FE021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572587" y="2411223"/>
            <a:ext cx="8954750" cy="2705478"/>
          </a:xfrm>
        </p:spPr>
      </p:pic>
    </p:spTree>
    <p:extLst>
      <p:ext uri="{BB962C8B-B14F-4D97-AF65-F5344CB8AC3E}">
        <p14:creationId xmlns:p14="http://schemas.microsoft.com/office/powerpoint/2010/main" val="357688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786261-A4CC-436D-97BD-BCB59E5C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</a:t>
            </a:r>
            <a:r>
              <a:rPr lang="it-IT" i="1" dirty="0"/>
              <a:t>– Matrix users-items</a:t>
            </a:r>
            <a:endParaRPr lang="it-IT"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B64F1E55-D0EE-23BB-6B4A-9E2FBA1B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7B40AD48-3A7D-5CD5-C344-B6906C0BFC5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36925376"/>
              </p:ext>
            </p:extLst>
          </p:nvPr>
        </p:nvGraphicFramePr>
        <p:xfrm>
          <a:off x="444500" y="1463675"/>
          <a:ext cx="11210925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790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786261-A4CC-436D-97BD-BCB59E5C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</a:t>
            </a:r>
            <a:r>
              <a:rPr lang="it-IT" i="1" dirty="0"/>
              <a:t>– </a:t>
            </a:r>
            <a:r>
              <a:rPr lang="it-IT" i="1" dirty="0" err="1"/>
              <a:t>Experimental</a:t>
            </a:r>
            <a:r>
              <a:rPr lang="it-IT" i="1" dirty="0"/>
              <a:t> </a:t>
            </a:r>
            <a:r>
              <a:rPr lang="it-IT" i="1" dirty="0" err="1"/>
              <a:t>results</a:t>
            </a:r>
            <a:r>
              <a:rPr lang="it-IT" i="1" dirty="0"/>
              <a:t> </a:t>
            </a:r>
            <a:r>
              <a:rPr lang="it-IT" i="1" dirty="0" err="1"/>
              <a:t>compared</a:t>
            </a:r>
            <a:endParaRPr lang="it-IT" dirty="0"/>
          </a:p>
        </p:txBody>
      </p:sp>
      <p:graphicFrame>
        <p:nvGraphicFramePr>
          <p:cNvPr id="20" name="Segnaposto contenuto 19">
            <a:extLst>
              <a:ext uri="{FF2B5EF4-FFF2-40B4-BE49-F238E27FC236}">
                <a16:creationId xmlns:a16="http://schemas.microsoft.com/office/drawing/2014/main" id="{08F916EA-9EA5-1EF2-D407-B99400B21A3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398427007"/>
              </p:ext>
            </p:extLst>
          </p:nvPr>
        </p:nvGraphicFramePr>
        <p:xfrm>
          <a:off x="6299200" y="1463676"/>
          <a:ext cx="5330825" cy="4451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Segnaposto contenuto 16">
            <a:extLst>
              <a:ext uri="{FF2B5EF4-FFF2-40B4-BE49-F238E27FC236}">
                <a16:creationId xmlns:a16="http://schemas.microsoft.com/office/drawing/2014/main" id="{4ECF6CE6-5CDC-A8F3-3674-0E93C8906B1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857899045"/>
              </p:ext>
            </p:extLst>
          </p:nvPr>
        </p:nvGraphicFramePr>
        <p:xfrm>
          <a:off x="444500" y="1463676"/>
          <a:ext cx="5330825" cy="4451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B64F1E55-D0EE-23BB-6B4A-9E2FBA1B1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9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0" grpId="0">
        <p:bldAsOne/>
      </p:bldGraphic>
      <p:bldGraphic spid="17" grpId="0">
        <p:bldAsOne/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771D47-C51A-50A5-53E3-01D039BB2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 – </a:t>
            </a:r>
            <a:r>
              <a:rPr lang="it-IT" i="1" dirty="0" err="1"/>
              <a:t>Experimental</a:t>
            </a:r>
            <a:r>
              <a:rPr lang="it-IT" i="1" dirty="0"/>
              <a:t> </a:t>
            </a:r>
            <a:r>
              <a:rPr lang="it-IT" i="1" dirty="0" err="1"/>
              <a:t>results</a:t>
            </a:r>
            <a:r>
              <a:rPr lang="it-IT" i="1" dirty="0"/>
              <a:t> </a:t>
            </a:r>
            <a:r>
              <a:rPr lang="it-IT" i="1" dirty="0" err="1"/>
              <a:t>valutation</a:t>
            </a:r>
            <a:endParaRPr lang="it-IT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7F4C0DF7-D36A-D826-C38C-FA5C322D78F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87549590"/>
              </p:ext>
            </p:extLst>
          </p:nvPr>
        </p:nvGraphicFramePr>
        <p:xfrm>
          <a:off x="444500" y="1463675"/>
          <a:ext cx="6919861" cy="4451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Segnaposto contenuto 9">
            <a:extLst>
              <a:ext uri="{FF2B5EF4-FFF2-40B4-BE49-F238E27FC236}">
                <a16:creationId xmlns:a16="http://schemas.microsoft.com/office/drawing/2014/main" id="{02AC9899-1043-79F5-5BDB-077352FFED0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800345452"/>
              </p:ext>
            </p:extLst>
          </p:nvPr>
        </p:nvGraphicFramePr>
        <p:xfrm>
          <a:off x="7867268" y="1463674"/>
          <a:ext cx="3787775" cy="43729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0295">
                  <a:extLst>
                    <a:ext uri="{9D8B030D-6E8A-4147-A177-3AD203B41FA5}">
                      <a16:colId xmlns:a16="http://schemas.microsoft.com/office/drawing/2014/main" val="4030913912"/>
                    </a:ext>
                  </a:extLst>
                </a:gridCol>
                <a:gridCol w="1566973">
                  <a:extLst>
                    <a:ext uri="{9D8B030D-6E8A-4147-A177-3AD203B41FA5}">
                      <a16:colId xmlns:a16="http://schemas.microsoft.com/office/drawing/2014/main" val="161672500"/>
                    </a:ext>
                  </a:extLst>
                </a:gridCol>
                <a:gridCol w="1660507">
                  <a:extLst>
                    <a:ext uri="{9D8B030D-6E8A-4147-A177-3AD203B41FA5}">
                      <a16:colId xmlns:a16="http://schemas.microsoft.com/office/drawing/2014/main" val="4225512192"/>
                    </a:ext>
                  </a:extLst>
                </a:gridCol>
              </a:tblGrid>
              <a:tr h="387868">
                <a:tc>
                  <a:txBody>
                    <a:bodyPr/>
                    <a:lstStyle/>
                    <a:p>
                      <a:pPr marL="825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Step</a:t>
                      </a: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b="1" kern="0" dirty="0" err="1">
                          <a:solidFill>
                            <a:schemeClr val="bg1"/>
                          </a:solidFill>
                          <a:effectLst/>
                        </a:rPr>
                        <a:t>Number</a:t>
                      </a:r>
                      <a:r>
                        <a:rPr lang="it-IT" sz="1400" b="1" kern="0" dirty="0">
                          <a:solidFill>
                            <a:schemeClr val="bg1"/>
                          </a:solidFill>
                          <a:effectLst/>
                        </a:rPr>
                        <a:t> of Customers</a:t>
                      </a:r>
                      <a:endParaRPr lang="it-IT" sz="14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l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b="1" kern="0" dirty="0">
                          <a:solidFill>
                            <a:schemeClr val="bg1"/>
                          </a:solidFill>
                          <a:effectLst/>
                        </a:rPr>
                        <a:t>Model Evaluation</a:t>
                      </a:r>
                      <a:endParaRPr lang="it-IT" sz="14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731631833"/>
                  </a:ext>
                </a:extLst>
              </a:tr>
              <a:tr h="387868"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62.693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0,9551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694912804"/>
                  </a:ext>
                </a:extLst>
              </a:tr>
              <a:tr h="387868"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125.386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 dirty="0">
                          <a:solidFill>
                            <a:srgbClr val="000000"/>
                          </a:solidFill>
                          <a:effectLst/>
                        </a:rPr>
                        <a:t>0,9902</a:t>
                      </a:r>
                      <a:endParaRPr lang="it-IT" sz="14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534257231"/>
                  </a:ext>
                </a:extLst>
              </a:tr>
              <a:tr h="387868"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188.079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0,9922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596645562"/>
                  </a:ext>
                </a:extLst>
              </a:tr>
              <a:tr h="387868"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250.772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0,9951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236747229"/>
                  </a:ext>
                </a:extLst>
              </a:tr>
              <a:tr h="387868"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313.465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0,9808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563834937"/>
                  </a:ext>
                </a:extLst>
              </a:tr>
              <a:tr h="451960"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376.158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0,9864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539055815"/>
                  </a:ext>
                </a:extLst>
              </a:tr>
              <a:tr h="387868"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438.851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0,9671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073724946"/>
                  </a:ext>
                </a:extLst>
              </a:tr>
              <a:tr h="387868"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501.544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0,9843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971154533"/>
                  </a:ext>
                </a:extLst>
              </a:tr>
              <a:tr h="387868"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564.237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0,9956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086831150"/>
                  </a:ext>
                </a:extLst>
              </a:tr>
              <a:tr h="387868"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>
                          <a:solidFill>
                            <a:srgbClr val="000000"/>
                          </a:solidFill>
                          <a:effectLst/>
                        </a:rPr>
                        <a:t>626.929</a:t>
                      </a:r>
                      <a:endParaRPr lang="it-IT" sz="14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82550" indent="-6350" algn="r">
                        <a:lnSpc>
                          <a:spcPct val="103000"/>
                        </a:lnSpc>
                        <a:spcAft>
                          <a:spcPts val="15"/>
                        </a:spcAft>
                      </a:pPr>
                      <a:r>
                        <a:rPr lang="it-IT" sz="1400" kern="0" dirty="0">
                          <a:solidFill>
                            <a:srgbClr val="000000"/>
                          </a:solidFill>
                          <a:effectLst/>
                        </a:rPr>
                        <a:t>0,9797</a:t>
                      </a:r>
                      <a:endParaRPr lang="it-IT" sz="14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053530345"/>
                  </a:ext>
                </a:extLst>
              </a:tr>
            </a:tbl>
          </a:graphicData>
        </a:graphic>
      </p:graphicFrame>
      <p:pic>
        <p:nvPicPr>
          <p:cNvPr id="3" name="Picture 6">
            <a:extLst>
              <a:ext uri="{FF2B5EF4-FFF2-40B4-BE49-F238E27FC236}">
                <a16:creationId xmlns:a16="http://schemas.microsoft.com/office/drawing/2014/main" id="{8D764D31-E4AA-6820-90BB-69A95932F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7F0BC5-4C45-79CC-32CB-0356A4ADB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Recommender </a:t>
            </a:r>
            <a:r>
              <a:rPr lang="en-US"/>
              <a:t>System </a:t>
            </a:r>
            <a:r>
              <a:rPr lang="en-US" i="1"/>
              <a:t>– Future </a:t>
            </a:r>
            <a:r>
              <a:rPr lang="en-US" i="1" dirty="0"/>
              <a:t>developments</a:t>
            </a:r>
            <a:endParaRPr lang="it-IT" i="1" dirty="0"/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A7DCAAD1-638B-E940-786E-822EDCF2943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71668572"/>
              </p:ext>
            </p:extLst>
          </p:nvPr>
        </p:nvGraphicFramePr>
        <p:xfrm>
          <a:off x="444500" y="1463675"/>
          <a:ext cx="11210925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0314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982A7A91-31A6-30A4-8FCD-18D7E832F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</a:t>
            </a:r>
            <a:r>
              <a:rPr lang="it-IT" i="1" dirty="0"/>
              <a:t> – Q &amp; A</a:t>
            </a:r>
            <a:endParaRPr lang="it-IT" dirty="0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FF1BB24-D506-3136-0A7F-F124F7511F6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34000821"/>
              </p:ext>
            </p:extLst>
          </p:nvPr>
        </p:nvGraphicFramePr>
        <p:xfrm>
          <a:off x="444500" y="1463676"/>
          <a:ext cx="5330825" cy="4451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Segnaposto contenuto 8" descr="Immagine che contiene Cartoncino, oggetti di artigianato&#10;&#10;Descrizione generata automaticamente">
            <a:extLst>
              <a:ext uri="{FF2B5EF4-FFF2-40B4-BE49-F238E27FC236}">
                <a16:creationId xmlns:a16="http://schemas.microsoft.com/office/drawing/2014/main" id="{5EC6CB88-19DC-5761-8BB6-85B6C68C331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7"/>
          <a:stretch>
            <a:fillRect/>
          </a:stretch>
        </p:blipFill>
        <p:spPr>
          <a:xfrm>
            <a:off x="5844620" y="1463676"/>
            <a:ext cx="5785406" cy="4451349"/>
          </a:xfr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AD30E852-11FE-BFF7-8C21-66D0098B4A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446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BA1B72-697D-CD39-3883-76213176D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 </a:t>
            </a:r>
            <a:r>
              <a:rPr lang="it-IT" i="1" dirty="0"/>
              <a:t>– </a:t>
            </a:r>
            <a:r>
              <a:rPr lang="it-IT" i="1" dirty="0" err="1"/>
              <a:t>Bibliography</a:t>
            </a:r>
            <a:endParaRPr lang="it-IT" dirty="0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C88D54F8-B2CC-47BF-15B4-9DC744C4C01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55000" lnSpcReduction="200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b="1" dirty="0" err="1"/>
              <a:t>Recommender</a:t>
            </a:r>
            <a:r>
              <a:rPr lang="it-IT" b="1" dirty="0"/>
              <a:t> Systems</a:t>
            </a:r>
            <a:r>
              <a:rPr lang="it-IT" dirty="0"/>
              <a:t>, </a:t>
            </a:r>
            <a:r>
              <a:rPr lang="it-IT" i="1" dirty="0"/>
              <a:t>Prem Melville and </a:t>
            </a:r>
            <a:r>
              <a:rPr lang="it-IT" i="1" dirty="0" err="1"/>
              <a:t>Vikas</a:t>
            </a:r>
            <a:r>
              <a:rPr lang="it-IT" i="1" dirty="0"/>
              <a:t> </a:t>
            </a:r>
            <a:r>
              <a:rPr lang="it-IT" i="1" dirty="0" err="1"/>
              <a:t>Sindhwani</a:t>
            </a:r>
            <a:endParaRPr lang="it-IT" i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Content-Boosted Collaborative Filtering for Improved Recommendations</a:t>
            </a:r>
            <a:r>
              <a:rPr lang="en-US" i="1" dirty="0"/>
              <a:t>, Prem Melville and Raymond J. Mooney and </a:t>
            </a:r>
            <a:r>
              <a:rPr lang="en-US" i="1" dirty="0" err="1"/>
              <a:t>Ramadass</a:t>
            </a:r>
            <a:r>
              <a:rPr lang="en-US" i="1" dirty="0"/>
              <a:t> Nagarajan.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hlinkClick r:id="rId2"/>
              </a:rPr>
              <a:t>MAE</a:t>
            </a:r>
            <a:r>
              <a:rPr lang="en-US" dirty="0">
                <a:hlinkClick r:id="rId2"/>
              </a:rPr>
              <a:t> </a:t>
            </a:r>
            <a:r>
              <a:rPr lang="en-US" i="1" dirty="0">
                <a:hlinkClick r:id="rId2"/>
              </a:rPr>
              <a:t>– Mean Absolute Error</a:t>
            </a:r>
            <a:endParaRPr lang="en-US" i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hlinkClick r:id="rId3"/>
              </a:rPr>
              <a:t>RMSE</a:t>
            </a:r>
            <a:r>
              <a:rPr lang="en-US" i="1" dirty="0">
                <a:hlinkClick r:id="rId3"/>
              </a:rPr>
              <a:t> – Root Mean Squared Error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4"/>
              </a:rPr>
              <a:t>TF-IDF — </a:t>
            </a:r>
            <a:r>
              <a:rPr lang="it-IT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4"/>
              </a:rPr>
              <a:t>Term</a:t>
            </a:r>
            <a:r>
              <a:rPr lang="it-IT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4"/>
              </a:rPr>
              <a:t> Frequency-Inverse </a:t>
            </a:r>
            <a:r>
              <a:rPr lang="it-IT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4"/>
              </a:rPr>
              <a:t>Document</a:t>
            </a:r>
            <a:r>
              <a:rPr lang="it-IT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4"/>
              </a:rPr>
              <a:t> Frequency – </a:t>
            </a:r>
            <a:r>
              <a:rPr lang="it-IT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4"/>
              </a:rPr>
              <a:t>LearnDataSci</a:t>
            </a:r>
            <a:r>
              <a:rPr lang="it-IT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it-IT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Fatih </a:t>
            </a:r>
            <a:r>
              <a:rPr lang="it-IT" sz="180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Karabiber</a:t>
            </a:r>
            <a:endParaRPr lang="it-IT" sz="1800" i="1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sz="1800" b="1" u="sng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5"/>
              </a:rPr>
              <a:t>Stop word - Wikipedia</a:t>
            </a:r>
            <a:r>
              <a:rPr lang="it-IT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Wikipedia</a:t>
            </a:r>
            <a:endParaRPr lang="en-US" i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Machine Learning at Microsoft with ML.NET</a:t>
            </a:r>
            <a:r>
              <a:rPr lang="en-US" dirty="0"/>
              <a:t>, </a:t>
            </a:r>
            <a:r>
              <a:rPr lang="it-IT" dirty="0"/>
              <a:t>Zeeshan Ahmed et al.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b="1" dirty="0"/>
              <a:t>DEVELOPMENT OF RECOMMENDER SYSTEMS USING ML.NET IZGRADNJA SISTEMA PREPORUKE POMOĆU ML.NET</a:t>
            </a:r>
            <a:r>
              <a:rPr lang="it-IT" dirty="0"/>
              <a:t>, </a:t>
            </a:r>
            <a:r>
              <a:rPr lang="it-IT" i="1" dirty="0" err="1"/>
              <a:t>Bahrudin</a:t>
            </a:r>
            <a:r>
              <a:rPr lang="it-IT" i="1" dirty="0"/>
              <a:t> </a:t>
            </a:r>
            <a:r>
              <a:rPr lang="it-IT" i="1" dirty="0" err="1"/>
              <a:t>Hrnjica</a:t>
            </a:r>
            <a:r>
              <a:rPr lang="it-IT" i="1" dirty="0"/>
              <a:t>, Denis </a:t>
            </a:r>
            <a:r>
              <a:rPr lang="it-IT" i="1" dirty="0" err="1"/>
              <a:t>Mušić</a:t>
            </a:r>
            <a:r>
              <a:rPr lang="it-IT" i="1" dirty="0"/>
              <a:t>, </a:t>
            </a:r>
            <a:r>
              <a:rPr lang="it-IT" i="1" dirty="0" err="1"/>
              <a:t>Softić</a:t>
            </a:r>
            <a:r>
              <a:rPr lang="it-IT" i="1" dirty="0"/>
              <a:t> </a:t>
            </a:r>
            <a:r>
              <a:rPr lang="it-IT" i="1" dirty="0" err="1"/>
              <a:t>Selver</a:t>
            </a:r>
            <a:endParaRPr lang="it-IT" i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b="1" dirty="0"/>
              <a:t>A </a:t>
            </a:r>
            <a:r>
              <a:rPr lang="it-IT" b="1" dirty="0" err="1"/>
              <a:t>Recommendation</a:t>
            </a:r>
            <a:r>
              <a:rPr lang="it-IT" b="1" dirty="0"/>
              <a:t> System For Car Insurance</a:t>
            </a:r>
            <a:r>
              <a:rPr lang="it-IT" dirty="0"/>
              <a:t>, </a:t>
            </a:r>
            <a:r>
              <a:rPr lang="it-IT" i="1" dirty="0"/>
              <a:t>Laurent Lesage, Madalina </a:t>
            </a:r>
            <a:r>
              <a:rPr lang="it-IT" i="1" dirty="0" err="1"/>
              <a:t>Deaconu</a:t>
            </a:r>
            <a:r>
              <a:rPr lang="it-IT" i="1" dirty="0"/>
              <a:t>, Antoine </a:t>
            </a:r>
            <a:r>
              <a:rPr lang="it-IT" i="1" dirty="0" err="1"/>
              <a:t>Lejay</a:t>
            </a:r>
            <a:r>
              <a:rPr lang="it-IT" i="1" dirty="0"/>
              <a:t>, Jorge Augusto Meira, Geoffrey Nichil, Radu State</a:t>
            </a:r>
            <a:endParaRPr lang="it-IT" b="1" i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b="1" dirty="0">
                <a:hlinkClick r:id="rId6"/>
              </a:rPr>
              <a:t>RDF </a:t>
            </a:r>
            <a:r>
              <a:rPr lang="it-IT" i="1" dirty="0">
                <a:hlinkClick r:id="rId6"/>
              </a:rPr>
              <a:t>– Resource </a:t>
            </a:r>
            <a:r>
              <a:rPr lang="it-IT" i="1" dirty="0" err="1">
                <a:hlinkClick r:id="rId6"/>
              </a:rPr>
              <a:t>Description</a:t>
            </a:r>
            <a:r>
              <a:rPr lang="it-IT" i="1" dirty="0">
                <a:hlinkClick r:id="rId6"/>
              </a:rPr>
              <a:t> Framework</a:t>
            </a:r>
            <a:endParaRPr lang="it-IT" i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b="1" dirty="0">
                <a:hlinkClick r:id="rId7"/>
              </a:rPr>
              <a:t>OWL</a:t>
            </a:r>
            <a:r>
              <a:rPr lang="it-IT" i="1" dirty="0">
                <a:hlinkClick r:id="rId7"/>
              </a:rPr>
              <a:t> – Web </a:t>
            </a:r>
            <a:r>
              <a:rPr lang="it-IT" i="1" dirty="0" err="1">
                <a:hlinkClick r:id="rId7"/>
              </a:rPr>
              <a:t>Ontology</a:t>
            </a:r>
            <a:r>
              <a:rPr lang="it-IT" i="1" dirty="0">
                <a:hlinkClick r:id="rId7"/>
              </a:rPr>
              <a:t> Language</a:t>
            </a:r>
            <a:endParaRPr lang="it-IT" i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b="1" dirty="0">
                <a:hlinkClick r:id="rId8"/>
              </a:rPr>
              <a:t>Neo4j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1716098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003DC93F-8590-FE15-19AD-5EE4F2005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Recommender</a:t>
            </a:r>
            <a:r>
              <a:rPr lang="it-IT" dirty="0"/>
              <a:t> Systems</a:t>
            </a:r>
            <a:r>
              <a:rPr lang="it-IT" i="1" dirty="0"/>
              <a:t> – Greetings and thanks</a:t>
            </a:r>
            <a:endParaRPr lang="it-IT" dirty="0"/>
          </a:p>
        </p:txBody>
      </p:sp>
      <p:pic>
        <p:nvPicPr>
          <p:cNvPr id="19" name="Segnaposto contenuto 18" descr="Immagine che contiene Elementi grafici, testo, grafica, Policromia&#10;&#10;Descrizione generata automaticamente">
            <a:extLst>
              <a:ext uri="{FF2B5EF4-FFF2-40B4-BE49-F238E27FC236}">
                <a16:creationId xmlns:a16="http://schemas.microsoft.com/office/drawing/2014/main" id="{3D71F9B6-79FB-C592-9673-78053812CD2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8001316" y="2253008"/>
            <a:ext cx="3653727" cy="2605501"/>
          </a:xfr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2100A38A-6DA5-4FBB-0DA4-A58DEE720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5025"/>
            <a:ext cx="1466850" cy="942975"/>
          </a:xfrm>
          <a:prstGeom prst="rect">
            <a:avLst/>
          </a:prstGeom>
        </p:spPr>
      </p:pic>
      <p:pic>
        <p:nvPicPr>
          <p:cNvPr id="11" name="Segnaposto contenuto 10" descr="Immagine che contiene testo, Carattere, schermata, bianco&#10;&#10;Descrizione generata automaticamente">
            <a:extLst>
              <a:ext uri="{FF2B5EF4-FFF2-40B4-BE49-F238E27FC236}">
                <a16:creationId xmlns:a16="http://schemas.microsoft.com/office/drawing/2014/main" id="{A5E1A7A6-76BF-8DF0-9469-3722F319ABB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/>
          <a:stretch>
            <a:fillRect/>
          </a:stretch>
        </p:blipFill>
        <p:spPr>
          <a:xfrm>
            <a:off x="444501" y="2067113"/>
            <a:ext cx="7556816" cy="2570875"/>
          </a:xfrm>
        </p:spPr>
      </p:pic>
    </p:spTree>
    <p:extLst>
      <p:ext uri="{BB962C8B-B14F-4D97-AF65-F5344CB8AC3E}">
        <p14:creationId xmlns:p14="http://schemas.microsoft.com/office/powerpoint/2010/main" val="1674653467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CF3D1C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4889724_Win32" id="{A47D2243-58B7-4EA1-AC61-F4DDB07AC155}" vid="{5B84BEAD-BCA6-42F5-9270-6ECA397995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C6F549-03FF-4828-9BD8-8F40C0A2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EFEE82-03DD-4F90-81E2-2AF29E1D81FB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FB6FBE4-5ACD-4115-9139-635E82C3D35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1946</Words>
  <Application>Microsoft Office PowerPoint</Application>
  <PresentationFormat>Widescreen</PresentationFormat>
  <Paragraphs>324</Paragraphs>
  <Slides>48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48</vt:i4>
      </vt:variant>
    </vt:vector>
  </HeadingPairs>
  <TitlesOfParts>
    <vt:vector size="53" baseType="lpstr">
      <vt:lpstr>Arial</vt:lpstr>
      <vt:lpstr>Calibri</vt:lpstr>
      <vt:lpstr>Segoe UI</vt:lpstr>
      <vt:lpstr>Wingdings</vt:lpstr>
      <vt:lpstr>WelcomeDoc</vt:lpstr>
      <vt:lpstr>Presentazione standard di PowerPoint</vt:lpstr>
      <vt:lpstr>Recommender Systems – Who are we?</vt:lpstr>
      <vt:lpstr>Machine Learning – Where is it?</vt:lpstr>
      <vt:lpstr>Machine Learning – Definition</vt:lpstr>
      <vt:lpstr>Machine Learning – Types of learning</vt:lpstr>
      <vt:lpstr>Machine Learning – Train/Validation/Test</vt:lpstr>
      <vt:lpstr>Machine Learning – Characteristics</vt:lpstr>
      <vt:lpstr>Machine Learning – Supervised learning tasks</vt:lpstr>
      <vt:lpstr>Recommender Systems – Semi-supervised learning</vt:lpstr>
      <vt:lpstr>Recommender Systems – Semi-supervised learning</vt:lpstr>
      <vt:lpstr>Machine Learning – Evaluation MAE &amp; RMSE</vt:lpstr>
      <vt:lpstr>Machine Learning – Evaluation Underfitting/Overfitting</vt:lpstr>
      <vt:lpstr>Recommender Systems - Characteristics</vt:lpstr>
      <vt:lpstr>Recommender Systems - Example</vt:lpstr>
      <vt:lpstr>Recommender Systems - Example</vt:lpstr>
      <vt:lpstr>Recommender Systems - Typology</vt:lpstr>
      <vt:lpstr>Recommender Systems – Matrix users-items</vt:lpstr>
      <vt:lpstr>Recommender Systems – Content Based</vt:lpstr>
      <vt:lpstr>Recommender Systems – TF-IDF</vt:lpstr>
      <vt:lpstr>Recommender Systems – Remove stop words example</vt:lpstr>
      <vt:lpstr>Recommender Systems – Collaborative filtering – memory based</vt:lpstr>
      <vt:lpstr>Recommender Systems – Pearson correlation coefficient </vt:lpstr>
      <vt:lpstr>Recommender Systems – Pearson correlation coefficient </vt:lpstr>
      <vt:lpstr>Recommender Systems – Prediction </vt:lpstr>
      <vt:lpstr>Recommender Systems – Collaborative filtering Model Based </vt:lpstr>
      <vt:lpstr>Recommender Systems – Matrix factorization</vt:lpstr>
      <vt:lpstr>Recommender Systems – SVD Singular value decomposition matrix </vt:lpstr>
      <vt:lpstr>Recommender Systems – Semi-supervised Hybrid approach  </vt:lpstr>
      <vt:lpstr>Recommender Systems – Distribution items</vt:lpstr>
      <vt:lpstr>Recommender Systems – Matrix users-items example</vt:lpstr>
      <vt:lpstr>Recommender Systems – Considerations</vt:lpstr>
      <vt:lpstr>Recommender Systems – Content boosted</vt:lpstr>
      <vt:lpstr>Recommender Systems – Content boosted</vt:lpstr>
      <vt:lpstr>Recommender Systems – Architecture</vt:lpstr>
      <vt:lpstr>Recommender Systems – Knowledge base</vt:lpstr>
      <vt:lpstr>Recommender Systems - Content enhancement algorithm </vt:lpstr>
      <vt:lpstr>Recommender Systems – Matrix users-items</vt:lpstr>
      <vt:lpstr>Recommender Systems – Pro-Cons</vt:lpstr>
      <vt:lpstr>Recommender Systems – Upgrade content boosted </vt:lpstr>
      <vt:lpstr>Recommender Systems - Content enhancement algorithm  </vt:lpstr>
      <vt:lpstr>Recommender Systems – Matrix users-items</vt:lpstr>
      <vt:lpstr>Recommender Systems – Matrix users-items</vt:lpstr>
      <vt:lpstr>Recommender Systems – Experimental results compared</vt:lpstr>
      <vt:lpstr>Recommender Systems – Experimental results valutation</vt:lpstr>
      <vt:lpstr>Recommender System – Future developments</vt:lpstr>
      <vt:lpstr>Recommender Systems – Q &amp; A</vt:lpstr>
      <vt:lpstr>Recommender System – Bibliography</vt:lpstr>
      <vt:lpstr>Recommender Systems – Greetings and 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2022-05-26T06:44:04Z</dcterms:created>
  <dcterms:modified xsi:type="dcterms:W3CDTF">2024-07-31T12:21:10Z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